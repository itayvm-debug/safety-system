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7559675" cy="1069181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368">
          <p15:clr>
            <a:srgbClr val="747775"/>
          </p15:clr>
        </p15:guide>
        <p15:guide id="2" pos="2381">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2" roundtripDataSignature="AMtx7mjAEaWUIQ9DfBpO1+DBwBbJCXjMc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DBE5B9F-3176-4AB3-A1B5-CF93A4E41C66}">
  <a:tblStyle styleId="{4DBE5B9F-3176-4AB3-A1B5-CF93A4E41C66}" styleName="Table_0">
    <a:wholeTbl>
      <a:tcTxStyle b="off" i="off">
        <a:font>
          <a:latin typeface="Calibri"/>
          <a:ea typeface="Calibri"/>
          <a:cs typeface="Calibri"/>
        </a:font>
        <a:schemeClr val="dk1"/>
      </a:tcTxStyle>
      <a:tcStyle>
        <a:tcBdr>
          <a:left>
            <a:ln w="12700" cap="flat" cmpd="sng">
              <a:solidFill>
                <a:schemeClr val="accent4"/>
              </a:solidFill>
              <a:prstDash val="solid"/>
              <a:round/>
              <a:headEnd type="none" w="sm" len="sm"/>
              <a:tailEnd type="none" w="sm" len="sm"/>
            </a:ln>
          </a:left>
          <a:right>
            <a:ln w="12700" cap="flat" cmpd="sng">
              <a:solidFill>
                <a:schemeClr val="accent4"/>
              </a:solidFill>
              <a:prstDash val="solid"/>
              <a:round/>
              <a:headEnd type="none" w="sm" len="sm"/>
              <a:tailEnd type="none" w="sm" len="sm"/>
            </a:ln>
          </a:right>
          <a:top>
            <a:ln w="12700" cap="flat" cmpd="sng">
              <a:solidFill>
                <a:schemeClr val="accent4"/>
              </a:solidFill>
              <a:prstDash val="solid"/>
              <a:round/>
              <a:headEnd type="none" w="sm" len="sm"/>
              <a:tailEnd type="none" w="sm" len="sm"/>
            </a:ln>
          </a:top>
          <a:bottom>
            <a:ln w="12700" cap="flat" cmpd="sng">
              <a:solidFill>
                <a:schemeClr val="accent4"/>
              </a:solidFill>
              <a:prstDash val="solid"/>
              <a:round/>
              <a:headEnd type="none" w="sm" len="sm"/>
              <a:tailEnd type="none" w="sm" len="sm"/>
            </a:ln>
          </a:bottom>
          <a:insideH>
            <a:ln w="12700" cap="flat" cmpd="sng">
              <a:solidFill>
                <a:schemeClr val="accent4"/>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lt1"/>
          </a:solidFill>
        </a:fill>
      </a:tcStyle>
    </a:wholeTbl>
    <a:band1H>
      <a:tcTxStyle b="off" i="off"/>
      <a:tcStyle>
        <a:tcBdr/>
        <a:fill>
          <a:solidFill>
            <a:srgbClr val="FFF4E6"/>
          </a:solidFill>
        </a:fill>
      </a:tcStyle>
    </a:band1H>
    <a:band2H>
      <a:tcTxStyle b="off" i="off"/>
      <a:tcStyle>
        <a:tcBdr/>
      </a:tcStyle>
    </a:band2H>
    <a:band1V>
      <a:tcTxStyle b="off" i="off"/>
      <a:tcStyle>
        <a:tcBdr/>
        <a:fill>
          <a:solidFill>
            <a:srgbClr val="FFF4E6"/>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50800" cap="flat" cmpd="sng">
              <a:solidFill>
                <a:schemeClr val="accent4"/>
              </a:solidFill>
              <a:prstDash val="solid"/>
              <a:round/>
              <a:headEnd type="none" w="sm" len="sm"/>
              <a:tailEnd type="none" w="sm" len="sm"/>
            </a:ln>
          </a:top>
        </a:tcBdr>
        <a:fill>
          <a:solidFill>
            <a:schemeClr val="l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fill>
          <a:solidFill>
            <a:schemeClr val="accent4"/>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504" y="60"/>
      </p:cViewPr>
      <p:guideLst>
        <p:guide orient="horz" pos="3368"/>
        <p:guide pos="238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customschemas.google.com/relationships/presentationmetadata" Target="meta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5" Type="http://schemas.openxmlformats.org/officeDocument/2006/relationships/theme" Target="theme/theme1.xml"/><Relationship Id="rId4" Type="http://schemas.openxmlformats.org/officeDocument/2006/relationships/slide" Target="slides/slide3.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217050" y="685800"/>
            <a:ext cx="2424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2338388" y="1143000"/>
            <a:ext cx="2181225"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2" name="Google Shape;102;p2:notes"/>
          <p:cNvSpPr>
            <a:spLocks noGrp="1" noRot="1" noChangeAspect="1"/>
          </p:cNvSpPr>
          <p:nvPr>
            <p:ph type="sldImg" idx="2"/>
          </p:nvPr>
        </p:nvSpPr>
        <p:spPr>
          <a:xfrm>
            <a:off x="2338388" y="1143000"/>
            <a:ext cx="2181225"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3:notes"/>
          <p:cNvSpPr>
            <a:spLocks noGrp="1" noRot="1" noChangeAspect="1"/>
          </p:cNvSpPr>
          <p:nvPr>
            <p:ph type="sldImg" idx="2"/>
          </p:nvPr>
        </p:nvSpPr>
        <p:spPr>
          <a:xfrm>
            <a:off x="2217738" y="685800"/>
            <a:ext cx="2424112"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4: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3" name="Google Shape;133;p4:notes"/>
          <p:cNvSpPr>
            <a:spLocks noGrp="1" noRot="1" noChangeAspect="1"/>
          </p:cNvSpPr>
          <p:nvPr>
            <p:ph type="sldImg" idx="2"/>
          </p:nvPr>
        </p:nvSpPr>
        <p:spPr>
          <a:xfrm>
            <a:off x="2338388" y="1143000"/>
            <a:ext cx="2181225"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5: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5:notes"/>
          <p:cNvSpPr>
            <a:spLocks noGrp="1" noRot="1" noChangeAspect="1"/>
          </p:cNvSpPr>
          <p:nvPr>
            <p:ph type="sldImg" idx="2"/>
          </p:nvPr>
        </p:nvSpPr>
        <p:spPr>
          <a:xfrm>
            <a:off x="2338388" y="1143000"/>
            <a:ext cx="2181225"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כותרת ותוכן" type="obj">
  <p:cSld name="OBJECT">
    <p:spTree>
      <p:nvGrpSpPr>
        <p:cNvPr id="1" name="Shape 11"/>
        <p:cNvGrpSpPr/>
        <p:nvPr/>
      </p:nvGrpSpPr>
      <p:grpSpPr>
        <a:xfrm>
          <a:off x="0" y="0"/>
          <a:ext cx="0" cy="0"/>
          <a:chOff x="0" y="0"/>
          <a:chExt cx="0" cy="0"/>
        </a:xfrm>
      </p:grpSpPr>
      <p:sp>
        <p:nvSpPr>
          <p:cNvPr id="12" name="Google Shape;12;p8"/>
          <p:cNvSpPr txBox="1">
            <a:spLocks noGrp="1"/>
          </p:cNvSpPr>
          <p:nvPr>
            <p:ph type="title"/>
          </p:nvPr>
        </p:nvSpPr>
        <p:spPr>
          <a:xfrm>
            <a:off x="519751" y="569253"/>
            <a:ext cx="6520500" cy="2066700"/>
          </a:xfrm>
          <a:prstGeom prst="rect">
            <a:avLst/>
          </a:prstGeom>
          <a:noFill/>
          <a:ln>
            <a:noFill/>
          </a:ln>
        </p:spPr>
        <p:txBody>
          <a:bodyPr spcFirstLastPara="1" wrap="square" lIns="91425" tIns="45700" rIns="91425" bIns="45700" anchor="ctr" anchorCtr="0">
            <a:normAutofit/>
          </a:bodyPr>
          <a:lstStyle>
            <a:lvl1pPr lvl="0" algn="l"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8"/>
          <p:cNvSpPr txBox="1">
            <a:spLocks noGrp="1"/>
          </p:cNvSpPr>
          <p:nvPr>
            <p:ph type="body" idx="1"/>
          </p:nvPr>
        </p:nvSpPr>
        <p:spPr>
          <a:xfrm>
            <a:off x="519751" y="2846250"/>
            <a:ext cx="6520500" cy="6783900"/>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750"/>
              </a:spcBef>
              <a:spcAft>
                <a:spcPts val="0"/>
              </a:spcAft>
              <a:buClr>
                <a:schemeClr val="dk1"/>
              </a:buClr>
              <a:buSzPts val="1800"/>
              <a:buChar char="•"/>
              <a:defRPr/>
            </a:lvl1pPr>
            <a:lvl2pPr marL="914400" lvl="1" indent="-342900" algn="r" rtl="1">
              <a:lnSpc>
                <a:spcPct val="90000"/>
              </a:lnSpc>
              <a:spcBef>
                <a:spcPts val="375"/>
              </a:spcBef>
              <a:spcAft>
                <a:spcPts val="0"/>
              </a:spcAft>
              <a:buClr>
                <a:schemeClr val="dk1"/>
              </a:buClr>
              <a:buSzPts val="1800"/>
              <a:buChar char="•"/>
              <a:defRPr/>
            </a:lvl2pPr>
            <a:lvl3pPr marL="1371600" lvl="2" indent="-342900" algn="r" rtl="1">
              <a:lnSpc>
                <a:spcPct val="90000"/>
              </a:lnSpc>
              <a:spcBef>
                <a:spcPts val="375"/>
              </a:spcBef>
              <a:spcAft>
                <a:spcPts val="0"/>
              </a:spcAft>
              <a:buClr>
                <a:schemeClr val="dk1"/>
              </a:buClr>
              <a:buSzPts val="1800"/>
              <a:buChar char="•"/>
              <a:defRPr/>
            </a:lvl3pPr>
            <a:lvl4pPr marL="1828800" lvl="3" indent="-342900" algn="r" rtl="1">
              <a:lnSpc>
                <a:spcPct val="90000"/>
              </a:lnSpc>
              <a:spcBef>
                <a:spcPts val="375"/>
              </a:spcBef>
              <a:spcAft>
                <a:spcPts val="0"/>
              </a:spcAft>
              <a:buClr>
                <a:schemeClr val="dk1"/>
              </a:buClr>
              <a:buSzPts val="1800"/>
              <a:buChar char="•"/>
              <a:defRPr/>
            </a:lvl4pPr>
            <a:lvl5pPr marL="2286000" lvl="4" indent="-342900" algn="r" rtl="1">
              <a:lnSpc>
                <a:spcPct val="90000"/>
              </a:lnSpc>
              <a:spcBef>
                <a:spcPts val="375"/>
              </a:spcBef>
              <a:spcAft>
                <a:spcPts val="0"/>
              </a:spcAft>
              <a:buClr>
                <a:schemeClr val="dk1"/>
              </a:buClr>
              <a:buSzPts val="1800"/>
              <a:buChar char="•"/>
              <a:defRPr/>
            </a:lvl5pPr>
            <a:lvl6pPr marL="2743200" lvl="5" indent="-342900" algn="r" rtl="1">
              <a:lnSpc>
                <a:spcPct val="90000"/>
              </a:lnSpc>
              <a:spcBef>
                <a:spcPts val="375"/>
              </a:spcBef>
              <a:spcAft>
                <a:spcPts val="0"/>
              </a:spcAft>
              <a:buClr>
                <a:schemeClr val="dk1"/>
              </a:buClr>
              <a:buSzPts val="1800"/>
              <a:buChar char="•"/>
              <a:defRPr/>
            </a:lvl6pPr>
            <a:lvl7pPr marL="3200400" lvl="6" indent="-342900" algn="r" rtl="1">
              <a:lnSpc>
                <a:spcPct val="90000"/>
              </a:lnSpc>
              <a:spcBef>
                <a:spcPts val="375"/>
              </a:spcBef>
              <a:spcAft>
                <a:spcPts val="0"/>
              </a:spcAft>
              <a:buClr>
                <a:schemeClr val="dk1"/>
              </a:buClr>
              <a:buSzPts val="1800"/>
              <a:buChar char="•"/>
              <a:defRPr/>
            </a:lvl7pPr>
            <a:lvl8pPr marL="3657600" lvl="7" indent="-342900" algn="r" rtl="1">
              <a:lnSpc>
                <a:spcPct val="90000"/>
              </a:lnSpc>
              <a:spcBef>
                <a:spcPts val="375"/>
              </a:spcBef>
              <a:spcAft>
                <a:spcPts val="0"/>
              </a:spcAft>
              <a:buClr>
                <a:schemeClr val="dk1"/>
              </a:buClr>
              <a:buSzPts val="1800"/>
              <a:buChar char="•"/>
              <a:defRPr/>
            </a:lvl8pPr>
            <a:lvl9pPr marL="4114800" lvl="8" indent="-342900" algn="r" rtl="1">
              <a:lnSpc>
                <a:spcPct val="90000"/>
              </a:lnSpc>
              <a:spcBef>
                <a:spcPts val="375"/>
              </a:spcBef>
              <a:spcAft>
                <a:spcPts val="0"/>
              </a:spcAft>
              <a:buClr>
                <a:schemeClr val="dk1"/>
              </a:buClr>
              <a:buSzPts val="1800"/>
              <a:buChar char="•"/>
              <a:defRPr/>
            </a:lvl9pPr>
          </a:lstStyle>
          <a:p>
            <a:endParaRPr/>
          </a:p>
        </p:txBody>
      </p:sp>
      <p:sp>
        <p:nvSpPr>
          <p:cNvPr id="14" name="Google Shape;14;p8"/>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8"/>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8"/>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שקופית כותרת" type="title">
  <p:cSld name="TITLE">
    <p:spTree>
      <p:nvGrpSpPr>
        <p:cNvPr id="1" name="Shape 17"/>
        <p:cNvGrpSpPr/>
        <p:nvPr/>
      </p:nvGrpSpPr>
      <p:grpSpPr>
        <a:xfrm>
          <a:off x="0" y="0"/>
          <a:ext cx="0" cy="0"/>
          <a:chOff x="0" y="0"/>
          <a:chExt cx="0" cy="0"/>
        </a:xfrm>
      </p:grpSpPr>
      <p:sp>
        <p:nvSpPr>
          <p:cNvPr id="18" name="Google Shape;18;p9"/>
          <p:cNvSpPr txBox="1">
            <a:spLocks noGrp="1"/>
          </p:cNvSpPr>
          <p:nvPr>
            <p:ph type="ctrTitle"/>
          </p:nvPr>
        </p:nvSpPr>
        <p:spPr>
          <a:xfrm>
            <a:off x="567000" y="1749826"/>
            <a:ext cx="6426000" cy="3722400"/>
          </a:xfrm>
          <a:prstGeom prst="rect">
            <a:avLst/>
          </a:prstGeom>
          <a:noFill/>
          <a:ln>
            <a:noFill/>
          </a:ln>
        </p:spPr>
        <p:txBody>
          <a:bodyPr spcFirstLastPara="1" wrap="square" lIns="91425" tIns="45700" rIns="91425" bIns="45700" anchor="b" anchorCtr="0">
            <a:normAutofit/>
          </a:bodyPr>
          <a:lstStyle>
            <a:lvl1pPr lvl="0" algn="ctr" rtl="1">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9"/>
          <p:cNvSpPr txBox="1">
            <a:spLocks noGrp="1"/>
          </p:cNvSpPr>
          <p:nvPr>
            <p:ph type="subTitle" idx="1"/>
          </p:nvPr>
        </p:nvSpPr>
        <p:spPr>
          <a:xfrm>
            <a:off x="945000" y="5615776"/>
            <a:ext cx="5670000" cy="2581500"/>
          </a:xfrm>
          <a:prstGeom prst="rect">
            <a:avLst/>
          </a:prstGeom>
          <a:noFill/>
          <a:ln>
            <a:noFill/>
          </a:ln>
        </p:spPr>
        <p:txBody>
          <a:bodyPr spcFirstLastPara="1" wrap="square" lIns="91425" tIns="45700" rIns="91425" bIns="45700" anchor="t" anchorCtr="0">
            <a:normAutofit/>
          </a:bodyPr>
          <a:lstStyle>
            <a:lvl1pPr lvl="0" algn="ctr" rtl="1">
              <a:lnSpc>
                <a:spcPct val="90000"/>
              </a:lnSpc>
              <a:spcBef>
                <a:spcPts val="750"/>
              </a:spcBef>
              <a:spcAft>
                <a:spcPts val="0"/>
              </a:spcAft>
              <a:buClr>
                <a:schemeClr val="dk1"/>
              </a:buClr>
              <a:buSzPts val="1800"/>
              <a:buNone/>
              <a:defRPr sz="1800"/>
            </a:lvl1pPr>
            <a:lvl2pPr lvl="1" algn="ctr" rtl="1">
              <a:lnSpc>
                <a:spcPct val="90000"/>
              </a:lnSpc>
              <a:spcBef>
                <a:spcPts val="375"/>
              </a:spcBef>
              <a:spcAft>
                <a:spcPts val="0"/>
              </a:spcAft>
              <a:buClr>
                <a:schemeClr val="dk1"/>
              </a:buClr>
              <a:buSzPts val="1500"/>
              <a:buNone/>
              <a:defRPr sz="1500"/>
            </a:lvl2pPr>
            <a:lvl3pPr lvl="2" algn="ctr" rtl="1">
              <a:lnSpc>
                <a:spcPct val="90000"/>
              </a:lnSpc>
              <a:spcBef>
                <a:spcPts val="375"/>
              </a:spcBef>
              <a:spcAft>
                <a:spcPts val="0"/>
              </a:spcAft>
              <a:buClr>
                <a:schemeClr val="dk1"/>
              </a:buClr>
              <a:buSzPts val="1350"/>
              <a:buNone/>
              <a:defRPr sz="1350"/>
            </a:lvl3pPr>
            <a:lvl4pPr lvl="3" algn="ctr" rtl="1">
              <a:lnSpc>
                <a:spcPct val="90000"/>
              </a:lnSpc>
              <a:spcBef>
                <a:spcPts val="375"/>
              </a:spcBef>
              <a:spcAft>
                <a:spcPts val="0"/>
              </a:spcAft>
              <a:buClr>
                <a:schemeClr val="dk1"/>
              </a:buClr>
              <a:buSzPts val="1200"/>
              <a:buNone/>
              <a:defRPr sz="1200"/>
            </a:lvl4pPr>
            <a:lvl5pPr lvl="4" algn="ctr" rtl="1">
              <a:lnSpc>
                <a:spcPct val="90000"/>
              </a:lnSpc>
              <a:spcBef>
                <a:spcPts val="375"/>
              </a:spcBef>
              <a:spcAft>
                <a:spcPts val="0"/>
              </a:spcAft>
              <a:buClr>
                <a:schemeClr val="dk1"/>
              </a:buClr>
              <a:buSzPts val="1200"/>
              <a:buNone/>
              <a:defRPr sz="1200"/>
            </a:lvl5pPr>
            <a:lvl6pPr lvl="5" algn="ctr" rtl="1">
              <a:lnSpc>
                <a:spcPct val="90000"/>
              </a:lnSpc>
              <a:spcBef>
                <a:spcPts val="375"/>
              </a:spcBef>
              <a:spcAft>
                <a:spcPts val="0"/>
              </a:spcAft>
              <a:buClr>
                <a:schemeClr val="dk1"/>
              </a:buClr>
              <a:buSzPts val="1200"/>
              <a:buNone/>
              <a:defRPr sz="1200"/>
            </a:lvl6pPr>
            <a:lvl7pPr lvl="6" algn="ctr" rtl="1">
              <a:lnSpc>
                <a:spcPct val="90000"/>
              </a:lnSpc>
              <a:spcBef>
                <a:spcPts val="375"/>
              </a:spcBef>
              <a:spcAft>
                <a:spcPts val="0"/>
              </a:spcAft>
              <a:buClr>
                <a:schemeClr val="dk1"/>
              </a:buClr>
              <a:buSzPts val="1200"/>
              <a:buNone/>
              <a:defRPr sz="1200"/>
            </a:lvl7pPr>
            <a:lvl8pPr lvl="7" algn="ctr" rtl="1">
              <a:lnSpc>
                <a:spcPct val="90000"/>
              </a:lnSpc>
              <a:spcBef>
                <a:spcPts val="375"/>
              </a:spcBef>
              <a:spcAft>
                <a:spcPts val="0"/>
              </a:spcAft>
              <a:buClr>
                <a:schemeClr val="dk1"/>
              </a:buClr>
              <a:buSzPts val="1200"/>
              <a:buNone/>
              <a:defRPr sz="1200"/>
            </a:lvl8pPr>
            <a:lvl9pPr lvl="8" algn="ctr" rtl="1">
              <a:lnSpc>
                <a:spcPct val="90000"/>
              </a:lnSpc>
              <a:spcBef>
                <a:spcPts val="375"/>
              </a:spcBef>
              <a:spcAft>
                <a:spcPts val="0"/>
              </a:spcAft>
              <a:buClr>
                <a:schemeClr val="dk1"/>
              </a:buClr>
              <a:buSzPts val="1200"/>
              <a:buNone/>
              <a:defRPr sz="1200"/>
            </a:lvl9pPr>
          </a:lstStyle>
          <a:p>
            <a:endParaRPr/>
          </a:p>
        </p:txBody>
      </p:sp>
      <p:sp>
        <p:nvSpPr>
          <p:cNvPr id="20" name="Google Shape;20;p9"/>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9"/>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9"/>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כותרת מקטע עליונה" type="secHead">
  <p:cSld name="SECTION_HEADER">
    <p:spTree>
      <p:nvGrpSpPr>
        <p:cNvPr id="1" name="Shape 23"/>
        <p:cNvGrpSpPr/>
        <p:nvPr/>
      </p:nvGrpSpPr>
      <p:grpSpPr>
        <a:xfrm>
          <a:off x="0" y="0"/>
          <a:ext cx="0" cy="0"/>
          <a:chOff x="0" y="0"/>
          <a:chExt cx="0" cy="0"/>
        </a:xfrm>
      </p:grpSpPr>
      <p:sp>
        <p:nvSpPr>
          <p:cNvPr id="24" name="Google Shape;24;p10"/>
          <p:cNvSpPr txBox="1">
            <a:spLocks noGrp="1"/>
          </p:cNvSpPr>
          <p:nvPr>
            <p:ph type="title"/>
          </p:nvPr>
        </p:nvSpPr>
        <p:spPr>
          <a:xfrm>
            <a:off x="515813" y="2665578"/>
            <a:ext cx="6520500" cy="4447500"/>
          </a:xfrm>
          <a:prstGeom prst="rect">
            <a:avLst/>
          </a:prstGeom>
          <a:noFill/>
          <a:ln>
            <a:noFill/>
          </a:ln>
        </p:spPr>
        <p:txBody>
          <a:bodyPr spcFirstLastPara="1" wrap="square" lIns="91425" tIns="45700" rIns="91425" bIns="45700" anchor="b" anchorCtr="0">
            <a:normAutofit/>
          </a:bodyPr>
          <a:lstStyle>
            <a:lvl1pPr lvl="0" algn="l" rtl="1">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0"/>
          <p:cNvSpPr txBox="1">
            <a:spLocks noGrp="1"/>
          </p:cNvSpPr>
          <p:nvPr>
            <p:ph type="body" idx="1"/>
          </p:nvPr>
        </p:nvSpPr>
        <p:spPr>
          <a:xfrm>
            <a:off x="515813" y="7155228"/>
            <a:ext cx="6520500" cy="2338800"/>
          </a:xfrm>
          <a:prstGeom prst="rect">
            <a:avLst/>
          </a:prstGeom>
          <a:noFill/>
          <a:ln>
            <a:noFill/>
          </a:ln>
        </p:spPr>
        <p:txBody>
          <a:bodyPr spcFirstLastPara="1" wrap="square" lIns="91425" tIns="45700" rIns="91425" bIns="45700" anchor="t" anchorCtr="0">
            <a:normAutofit/>
          </a:bodyPr>
          <a:lstStyle>
            <a:lvl1pPr marL="457200" lvl="0" indent="-228600" algn="r" rtl="1">
              <a:lnSpc>
                <a:spcPct val="90000"/>
              </a:lnSpc>
              <a:spcBef>
                <a:spcPts val="750"/>
              </a:spcBef>
              <a:spcAft>
                <a:spcPts val="0"/>
              </a:spcAft>
              <a:buClr>
                <a:schemeClr val="dk1"/>
              </a:buClr>
              <a:buSzPts val="1800"/>
              <a:buNone/>
              <a:defRPr sz="1800">
                <a:solidFill>
                  <a:schemeClr val="dk1"/>
                </a:solidFill>
              </a:defRPr>
            </a:lvl1pPr>
            <a:lvl2pPr marL="914400" lvl="1" indent="-228600" algn="r" rtl="1">
              <a:lnSpc>
                <a:spcPct val="90000"/>
              </a:lnSpc>
              <a:spcBef>
                <a:spcPts val="375"/>
              </a:spcBef>
              <a:spcAft>
                <a:spcPts val="0"/>
              </a:spcAft>
              <a:buClr>
                <a:srgbClr val="888888"/>
              </a:buClr>
              <a:buSzPts val="1500"/>
              <a:buNone/>
              <a:defRPr sz="1500">
                <a:solidFill>
                  <a:srgbClr val="888888"/>
                </a:solidFill>
              </a:defRPr>
            </a:lvl2pPr>
            <a:lvl3pPr marL="1371600" lvl="2" indent="-228600" algn="r" rtl="1">
              <a:lnSpc>
                <a:spcPct val="90000"/>
              </a:lnSpc>
              <a:spcBef>
                <a:spcPts val="375"/>
              </a:spcBef>
              <a:spcAft>
                <a:spcPts val="0"/>
              </a:spcAft>
              <a:buClr>
                <a:srgbClr val="888888"/>
              </a:buClr>
              <a:buSzPts val="1350"/>
              <a:buNone/>
              <a:defRPr sz="1350">
                <a:solidFill>
                  <a:srgbClr val="888888"/>
                </a:solidFill>
              </a:defRPr>
            </a:lvl3pPr>
            <a:lvl4pPr marL="1828800" lvl="3" indent="-228600" algn="r" rtl="1">
              <a:lnSpc>
                <a:spcPct val="90000"/>
              </a:lnSpc>
              <a:spcBef>
                <a:spcPts val="375"/>
              </a:spcBef>
              <a:spcAft>
                <a:spcPts val="0"/>
              </a:spcAft>
              <a:buClr>
                <a:srgbClr val="888888"/>
              </a:buClr>
              <a:buSzPts val="1200"/>
              <a:buNone/>
              <a:defRPr sz="1200">
                <a:solidFill>
                  <a:srgbClr val="888888"/>
                </a:solidFill>
              </a:defRPr>
            </a:lvl4pPr>
            <a:lvl5pPr marL="2286000" lvl="4" indent="-228600" algn="r" rtl="1">
              <a:lnSpc>
                <a:spcPct val="90000"/>
              </a:lnSpc>
              <a:spcBef>
                <a:spcPts val="375"/>
              </a:spcBef>
              <a:spcAft>
                <a:spcPts val="0"/>
              </a:spcAft>
              <a:buClr>
                <a:srgbClr val="888888"/>
              </a:buClr>
              <a:buSzPts val="1200"/>
              <a:buNone/>
              <a:defRPr sz="1200">
                <a:solidFill>
                  <a:srgbClr val="888888"/>
                </a:solidFill>
              </a:defRPr>
            </a:lvl5pPr>
            <a:lvl6pPr marL="2743200" lvl="5" indent="-228600" algn="r" rtl="1">
              <a:lnSpc>
                <a:spcPct val="90000"/>
              </a:lnSpc>
              <a:spcBef>
                <a:spcPts val="375"/>
              </a:spcBef>
              <a:spcAft>
                <a:spcPts val="0"/>
              </a:spcAft>
              <a:buClr>
                <a:srgbClr val="888888"/>
              </a:buClr>
              <a:buSzPts val="1200"/>
              <a:buNone/>
              <a:defRPr sz="1200">
                <a:solidFill>
                  <a:srgbClr val="888888"/>
                </a:solidFill>
              </a:defRPr>
            </a:lvl6pPr>
            <a:lvl7pPr marL="3200400" lvl="6" indent="-228600" algn="r" rtl="1">
              <a:lnSpc>
                <a:spcPct val="90000"/>
              </a:lnSpc>
              <a:spcBef>
                <a:spcPts val="375"/>
              </a:spcBef>
              <a:spcAft>
                <a:spcPts val="0"/>
              </a:spcAft>
              <a:buClr>
                <a:srgbClr val="888888"/>
              </a:buClr>
              <a:buSzPts val="1200"/>
              <a:buNone/>
              <a:defRPr sz="1200">
                <a:solidFill>
                  <a:srgbClr val="888888"/>
                </a:solidFill>
              </a:defRPr>
            </a:lvl7pPr>
            <a:lvl8pPr marL="3657600" lvl="7" indent="-228600" algn="r" rtl="1">
              <a:lnSpc>
                <a:spcPct val="90000"/>
              </a:lnSpc>
              <a:spcBef>
                <a:spcPts val="375"/>
              </a:spcBef>
              <a:spcAft>
                <a:spcPts val="0"/>
              </a:spcAft>
              <a:buClr>
                <a:srgbClr val="888888"/>
              </a:buClr>
              <a:buSzPts val="1200"/>
              <a:buNone/>
              <a:defRPr sz="1200">
                <a:solidFill>
                  <a:srgbClr val="888888"/>
                </a:solidFill>
              </a:defRPr>
            </a:lvl8pPr>
            <a:lvl9pPr marL="4114800" lvl="8" indent="-228600" algn="r" rtl="1">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26" name="Google Shape;26;p10"/>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0"/>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שני תכנים" type="twoObj">
  <p:cSld name="TWO_OBJECTS">
    <p:spTree>
      <p:nvGrpSpPr>
        <p:cNvPr id="1" name="Shape 29"/>
        <p:cNvGrpSpPr/>
        <p:nvPr/>
      </p:nvGrpSpPr>
      <p:grpSpPr>
        <a:xfrm>
          <a:off x="0" y="0"/>
          <a:ext cx="0" cy="0"/>
          <a:chOff x="0" y="0"/>
          <a:chExt cx="0" cy="0"/>
        </a:xfrm>
      </p:grpSpPr>
      <p:sp>
        <p:nvSpPr>
          <p:cNvPr id="30" name="Google Shape;30;p11"/>
          <p:cNvSpPr txBox="1">
            <a:spLocks noGrp="1"/>
          </p:cNvSpPr>
          <p:nvPr>
            <p:ph type="title"/>
          </p:nvPr>
        </p:nvSpPr>
        <p:spPr>
          <a:xfrm>
            <a:off x="519751" y="569253"/>
            <a:ext cx="6520500" cy="2066700"/>
          </a:xfrm>
          <a:prstGeom prst="rect">
            <a:avLst/>
          </a:prstGeom>
          <a:noFill/>
          <a:ln>
            <a:noFill/>
          </a:ln>
        </p:spPr>
        <p:txBody>
          <a:bodyPr spcFirstLastPara="1" wrap="square" lIns="91425" tIns="45700" rIns="91425" bIns="45700" anchor="ctr" anchorCtr="0">
            <a:normAutofit/>
          </a:bodyPr>
          <a:lstStyle>
            <a:lvl1pPr lvl="0" algn="l"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1"/>
          <p:cNvSpPr txBox="1">
            <a:spLocks noGrp="1"/>
          </p:cNvSpPr>
          <p:nvPr>
            <p:ph type="body" idx="1"/>
          </p:nvPr>
        </p:nvSpPr>
        <p:spPr>
          <a:xfrm>
            <a:off x="519751" y="2846250"/>
            <a:ext cx="3213000" cy="6783900"/>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750"/>
              </a:spcBef>
              <a:spcAft>
                <a:spcPts val="0"/>
              </a:spcAft>
              <a:buClr>
                <a:schemeClr val="dk1"/>
              </a:buClr>
              <a:buSzPts val="1800"/>
              <a:buChar char="•"/>
              <a:defRPr/>
            </a:lvl1pPr>
            <a:lvl2pPr marL="914400" lvl="1" indent="-342900" algn="r" rtl="1">
              <a:lnSpc>
                <a:spcPct val="90000"/>
              </a:lnSpc>
              <a:spcBef>
                <a:spcPts val="375"/>
              </a:spcBef>
              <a:spcAft>
                <a:spcPts val="0"/>
              </a:spcAft>
              <a:buClr>
                <a:schemeClr val="dk1"/>
              </a:buClr>
              <a:buSzPts val="1800"/>
              <a:buChar char="•"/>
              <a:defRPr/>
            </a:lvl2pPr>
            <a:lvl3pPr marL="1371600" lvl="2" indent="-342900" algn="r" rtl="1">
              <a:lnSpc>
                <a:spcPct val="90000"/>
              </a:lnSpc>
              <a:spcBef>
                <a:spcPts val="375"/>
              </a:spcBef>
              <a:spcAft>
                <a:spcPts val="0"/>
              </a:spcAft>
              <a:buClr>
                <a:schemeClr val="dk1"/>
              </a:buClr>
              <a:buSzPts val="1800"/>
              <a:buChar char="•"/>
              <a:defRPr/>
            </a:lvl3pPr>
            <a:lvl4pPr marL="1828800" lvl="3" indent="-342900" algn="r" rtl="1">
              <a:lnSpc>
                <a:spcPct val="90000"/>
              </a:lnSpc>
              <a:spcBef>
                <a:spcPts val="375"/>
              </a:spcBef>
              <a:spcAft>
                <a:spcPts val="0"/>
              </a:spcAft>
              <a:buClr>
                <a:schemeClr val="dk1"/>
              </a:buClr>
              <a:buSzPts val="1800"/>
              <a:buChar char="•"/>
              <a:defRPr/>
            </a:lvl4pPr>
            <a:lvl5pPr marL="2286000" lvl="4" indent="-342900" algn="r" rtl="1">
              <a:lnSpc>
                <a:spcPct val="90000"/>
              </a:lnSpc>
              <a:spcBef>
                <a:spcPts val="375"/>
              </a:spcBef>
              <a:spcAft>
                <a:spcPts val="0"/>
              </a:spcAft>
              <a:buClr>
                <a:schemeClr val="dk1"/>
              </a:buClr>
              <a:buSzPts val="1800"/>
              <a:buChar char="•"/>
              <a:defRPr/>
            </a:lvl5pPr>
            <a:lvl6pPr marL="2743200" lvl="5" indent="-342900" algn="r" rtl="1">
              <a:lnSpc>
                <a:spcPct val="90000"/>
              </a:lnSpc>
              <a:spcBef>
                <a:spcPts val="375"/>
              </a:spcBef>
              <a:spcAft>
                <a:spcPts val="0"/>
              </a:spcAft>
              <a:buClr>
                <a:schemeClr val="dk1"/>
              </a:buClr>
              <a:buSzPts val="1800"/>
              <a:buChar char="•"/>
              <a:defRPr/>
            </a:lvl6pPr>
            <a:lvl7pPr marL="3200400" lvl="6" indent="-342900" algn="r" rtl="1">
              <a:lnSpc>
                <a:spcPct val="90000"/>
              </a:lnSpc>
              <a:spcBef>
                <a:spcPts val="375"/>
              </a:spcBef>
              <a:spcAft>
                <a:spcPts val="0"/>
              </a:spcAft>
              <a:buClr>
                <a:schemeClr val="dk1"/>
              </a:buClr>
              <a:buSzPts val="1800"/>
              <a:buChar char="•"/>
              <a:defRPr/>
            </a:lvl7pPr>
            <a:lvl8pPr marL="3657600" lvl="7" indent="-342900" algn="r" rtl="1">
              <a:lnSpc>
                <a:spcPct val="90000"/>
              </a:lnSpc>
              <a:spcBef>
                <a:spcPts val="375"/>
              </a:spcBef>
              <a:spcAft>
                <a:spcPts val="0"/>
              </a:spcAft>
              <a:buClr>
                <a:schemeClr val="dk1"/>
              </a:buClr>
              <a:buSzPts val="1800"/>
              <a:buChar char="•"/>
              <a:defRPr/>
            </a:lvl8pPr>
            <a:lvl9pPr marL="4114800" lvl="8" indent="-342900" algn="r" rtl="1">
              <a:lnSpc>
                <a:spcPct val="90000"/>
              </a:lnSpc>
              <a:spcBef>
                <a:spcPts val="375"/>
              </a:spcBef>
              <a:spcAft>
                <a:spcPts val="0"/>
              </a:spcAft>
              <a:buClr>
                <a:schemeClr val="dk1"/>
              </a:buClr>
              <a:buSzPts val="1800"/>
              <a:buChar char="•"/>
              <a:defRPr/>
            </a:lvl9pPr>
          </a:lstStyle>
          <a:p>
            <a:endParaRPr/>
          </a:p>
        </p:txBody>
      </p:sp>
      <p:sp>
        <p:nvSpPr>
          <p:cNvPr id="32" name="Google Shape;32;p11"/>
          <p:cNvSpPr txBox="1">
            <a:spLocks noGrp="1"/>
          </p:cNvSpPr>
          <p:nvPr>
            <p:ph type="body" idx="2"/>
          </p:nvPr>
        </p:nvSpPr>
        <p:spPr>
          <a:xfrm>
            <a:off x="3827251" y="2846250"/>
            <a:ext cx="3213000" cy="6783900"/>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750"/>
              </a:spcBef>
              <a:spcAft>
                <a:spcPts val="0"/>
              </a:spcAft>
              <a:buClr>
                <a:schemeClr val="dk1"/>
              </a:buClr>
              <a:buSzPts val="1800"/>
              <a:buChar char="•"/>
              <a:defRPr/>
            </a:lvl1pPr>
            <a:lvl2pPr marL="914400" lvl="1" indent="-342900" algn="r" rtl="1">
              <a:lnSpc>
                <a:spcPct val="90000"/>
              </a:lnSpc>
              <a:spcBef>
                <a:spcPts val="375"/>
              </a:spcBef>
              <a:spcAft>
                <a:spcPts val="0"/>
              </a:spcAft>
              <a:buClr>
                <a:schemeClr val="dk1"/>
              </a:buClr>
              <a:buSzPts val="1800"/>
              <a:buChar char="•"/>
              <a:defRPr/>
            </a:lvl2pPr>
            <a:lvl3pPr marL="1371600" lvl="2" indent="-342900" algn="r" rtl="1">
              <a:lnSpc>
                <a:spcPct val="90000"/>
              </a:lnSpc>
              <a:spcBef>
                <a:spcPts val="375"/>
              </a:spcBef>
              <a:spcAft>
                <a:spcPts val="0"/>
              </a:spcAft>
              <a:buClr>
                <a:schemeClr val="dk1"/>
              </a:buClr>
              <a:buSzPts val="1800"/>
              <a:buChar char="•"/>
              <a:defRPr/>
            </a:lvl3pPr>
            <a:lvl4pPr marL="1828800" lvl="3" indent="-342900" algn="r" rtl="1">
              <a:lnSpc>
                <a:spcPct val="90000"/>
              </a:lnSpc>
              <a:spcBef>
                <a:spcPts val="375"/>
              </a:spcBef>
              <a:spcAft>
                <a:spcPts val="0"/>
              </a:spcAft>
              <a:buClr>
                <a:schemeClr val="dk1"/>
              </a:buClr>
              <a:buSzPts val="1800"/>
              <a:buChar char="•"/>
              <a:defRPr/>
            </a:lvl4pPr>
            <a:lvl5pPr marL="2286000" lvl="4" indent="-342900" algn="r" rtl="1">
              <a:lnSpc>
                <a:spcPct val="90000"/>
              </a:lnSpc>
              <a:spcBef>
                <a:spcPts val="375"/>
              </a:spcBef>
              <a:spcAft>
                <a:spcPts val="0"/>
              </a:spcAft>
              <a:buClr>
                <a:schemeClr val="dk1"/>
              </a:buClr>
              <a:buSzPts val="1800"/>
              <a:buChar char="•"/>
              <a:defRPr/>
            </a:lvl5pPr>
            <a:lvl6pPr marL="2743200" lvl="5" indent="-342900" algn="r" rtl="1">
              <a:lnSpc>
                <a:spcPct val="90000"/>
              </a:lnSpc>
              <a:spcBef>
                <a:spcPts val="375"/>
              </a:spcBef>
              <a:spcAft>
                <a:spcPts val="0"/>
              </a:spcAft>
              <a:buClr>
                <a:schemeClr val="dk1"/>
              </a:buClr>
              <a:buSzPts val="1800"/>
              <a:buChar char="•"/>
              <a:defRPr/>
            </a:lvl6pPr>
            <a:lvl7pPr marL="3200400" lvl="6" indent="-342900" algn="r" rtl="1">
              <a:lnSpc>
                <a:spcPct val="90000"/>
              </a:lnSpc>
              <a:spcBef>
                <a:spcPts val="375"/>
              </a:spcBef>
              <a:spcAft>
                <a:spcPts val="0"/>
              </a:spcAft>
              <a:buClr>
                <a:schemeClr val="dk1"/>
              </a:buClr>
              <a:buSzPts val="1800"/>
              <a:buChar char="•"/>
              <a:defRPr/>
            </a:lvl7pPr>
            <a:lvl8pPr marL="3657600" lvl="7" indent="-342900" algn="r" rtl="1">
              <a:lnSpc>
                <a:spcPct val="90000"/>
              </a:lnSpc>
              <a:spcBef>
                <a:spcPts val="375"/>
              </a:spcBef>
              <a:spcAft>
                <a:spcPts val="0"/>
              </a:spcAft>
              <a:buClr>
                <a:schemeClr val="dk1"/>
              </a:buClr>
              <a:buSzPts val="1800"/>
              <a:buChar char="•"/>
              <a:defRPr/>
            </a:lvl8pPr>
            <a:lvl9pPr marL="4114800" lvl="8" indent="-342900" algn="r" rtl="1">
              <a:lnSpc>
                <a:spcPct val="90000"/>
              </a:lnSpc>
              <a:spcBef>
                <a:spcPts val="375"/>
              </a:spcBef>
              <a:spcAft>
                <a:spcPts val="0"/>
              </a:spcAft>
              <a:buClr>
                <a:schemeClr val="dk1"/>
              </a:buClr>
              <a:buSzPts val="1800"/>
              <a:buChar char="•"/>
              <a:defRPr/>
            </a:lvl9pPr>
          </a:lstStyle>
          <a:p>
            <a:endParaRPr/>
          </a:p>
        </p:txBody>
      </p:sp>
      <p:sp>
        <p:nvSpPr>
          <p:cNvPr id="33" name="Google Shape;33;p11"/>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1"/>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1"/>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השוואה" type="twoTxTwoObj">
  <p:cSld name="TWO_OBJECTS_WITH_TEXT">
    <p:spTree>
      <p:nvGrpSpPr>
        <p:cNvPr id="1" name="Shape 36"/>
        <p:cNvGrpSpPr/>
        <p:nvPr/>
      </p:nvGrpSpPr>
      <p:grpSpPr>
        <a:xfrm>
          <a:off x="0" y="0"/>
          <a:ext cx="0" cy="0"/>
          <a:chOff x="0" y="0"/>
          <a:chExt cx="0" cy="0"/>
        </a:xfrm>
      </p:grpSpPr>
      <p:sp>
        <p:nvSpPr>
          <p:cNvPr id="37" name="Google Shape;37;p12"/>
          <p:cNvSpPr txBox="1">
            <a:spLocks noGrp="1"/>
          </p:cNvSpPr>
          <p:nvPr>
            <p:ph type="title"/>
          </p:nvPr>
        </p:nvSpPr>
        <p:spPr>
          <a:xfrm>
            <a:off x="520735" y="569253"/>
            <a:ext cx="6520500" cy="2066700"/>
          </a:xfrm>
          <a:prstGeom prst="rect">
            <a:avLst/>
          </a:prstGeom>
          <a:noFill/>
          <a:ln>
            <a:noFill/>
          </a:ln>
        </p:spPr>
        <p:txBody>
          <a:bodyPr spcFirstLastPara="1" wrap="square" lIns="91425" tIns="45700" rIns="91425" bIns="45700" anchor="ctr" anchorCtr="0">
            <a:normAutofit/>
          </a:bodyPr>
          <a:lstStyle>
            <a:lvl1pPr lvl="0" algn="l"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2"/>
          <p:cNvSpPr txBox="1">
            <a:spLocks noGrp="1"/>
          </p:cNvSpPr>
          <p:nvPr>
            <p:ph type="body" idx="1"/>
          </p:nvPr>
        </p:nvSpPr>
        <p:spPr>
          <a:xfrm>
            <a:off x="520735" y="2621026"/>
            <a:ext cx="3198300" cy="1284600"/>
          </a:xfrm>
          <a:prstGeom prst="rect">
            <a:avLst/>
          </a:prstGeom>
          <a:noFill/>
          <a:ln>
            <a:noFill/>
          </a:ln>
        </p:spPr>
        <p:txBody>
          <a:bodyPr spcFirstLastPara="1" wrap="square" lIns="91425" tIns="45700" rIns="91425" bIns="45700" anchor="b" anchorCtr="0">
            <a:normAutofit/>
          </a:bodyPr>
          <a:lstStyle>
            <a:lvl1pPr marL="457200" lvl="0" indent="-228600" algn="r" rtl="1">
              <a:lnSpc>
                <a:spcPct val="90000"/>
              </a:lnSpc>
              <a:spcBef>
                <a:spcPts val="750"/>
              </a:spcBef>
              <a:spcAft>
                <a:spcPts val="0"/>
              </a:spcAft>
              <a:buClr>
                <a:schemeClr val="dk1"/>
              </a:buClr>
              <a:buSzPts val="1800"/>
              <a:buNone/>
              <a:defRPr sz="1800" b="1"/>
            </a:lvl1pPr>
            <a:lvl2pPr marL="914400" lvl="1" indent="-228600" algn="r" rtl="1">
              <a:lnSpc>
                <a:spcPct val="90000"/>
              </a:lnSpc>
              <a:spcBef>
                <a:spcPts val="375"/>
              </a:spcBef>
              <a:spcAft>
                <a:spcPts val="0"/>
              </a:spcAft>
              <a:buClr>
                <a:schemeClr val="dk1"/>
              </a:buClr>
              <a:buSzPts val="1500"/>
              <a:buNone/>
              <a:defRPr sz="1500" b="1"/>
            </a:lvl2pPr>
            <a:lvl3pPr marL="1371600" lvl="2" indent="-228600" algn="r" rtl="1">
              <a:lnSpc>
                <a:spcPct val="90000"/>
              </a:lnSpc>
              <a:spcBef>
                <a:spcPts val="375"/>
              </a:spcBef>
              <a:spcAft>
                <a:spcPts val="0"/>
              </a:spcAft>
              <a:buClr>
                <a:schemeClr val="dk1"/>
              </a:buClr>
              <a:buSzPts val="1350"/>
              <a:buNone/>
              <a:defRPr sz="1350" b="1"/>
            </a:lvl3pPr>
            <a:lvl4pPr marL="1828800" lvl="3" indent="-228600" algn="r" rtl="1">
              <a:lnSpc>
                <a:spcPct val="90000"/>
              </a:lnSpc>
              <a:spcBef>
                <a:spcPts val="375"/>
              </a:spcBef>
              <a:spcAft>
                <a:spcPts val="0"/>
              </a:spcAft>
              <a:buClr>
                <a:schemeClr val="dk1"/>
              </a:buClr>
              <a:buSzPts val="1200"/>
              <a:buNone/>
              <a:defRPr sz="1200" b="1"/>
            </a:lvl4pPr>
            <a:lvl5pPr marL="2286000" lvl="4" indent="-228600" algn="r" rtl="1">
              <a:lnSpc>
                <a:spcPct val="90000"/>
              </a:lnSpc>
              <a:spcBef>
                <a:spcPts val="375"/>
              </a:spcBef>
              <a:spcAft>
                <a:spcPts val="0"/>
              </a:spcAft>
              <a:buClr>
                <a:schemeClr val="dk1"/>
              </a:buClr>
              <a:buSzPts val="1200"/>
              <a:buNone/>
              <a:defRPr sz="1200" b="1"/>
            </a:lvl5pPr>
            <a:lvl6pPr marL="2743200" lvl="5" indent="-228600" algn="r" rtl="1">
              <a:lnSpc>
                <a:spcPct val="90000"/>
              </a:lnSpc>
              <a:spcBef>
                <a:spcPts val="375"/>
              </a:spcBef>
              <a:spcAft>
                <a:spcPts val="0"/>
              </a:spcAft>
              <a:buClr>
                <a:schemeClr val="dk1"/>
              </a:buClr>
              <a:buSzPts val="1200"/>
              <a:buNone/>
              <a:defRPr sz="1200" b="1"/>
            </a:lvl6pPr>
            <a:lvl7pPr marL="3200400" lvl="6" indent="-228600" algn="r" rtl="1">
              <a:lnSpc>
                <a:spcPct val="90000"/>
              </a:lnSpc>
              <a:spcBef>
                <a:spcPts val="375"/>
              </a:spcBef>
              <a:spcAft>
                <a:spcPts val="0"/>
              </a:spcAft>
              <a:buClr>
                <a:schemeClr val="dk1"/>
              </a:buClr>
              <a:buSzPts val="1200"/>
              <a:buNone/>
              <a:defRPr sz="1200" b="1"/>
            </a:lvl7pPr>
            <a:lvl8pPr marL="3657600" lvl="7" indent="-228600" algn="r" rtl="1">
              <a:lnSpc>
                <a:spcPct val="90000"/>
              </a:lnSpc>
              <a:spcBef>
                <a:spcPts val="375"/>
              </a:spcBef>
              <a:spcAft>
                <a:spcPts val="0"/>
              </a:spcAft>
              <a:buClr>
                <a:schemeClr val="dk1"/>
              </a:buClr>
              <a:buSzPts val="1200"/>
              <a:buNone/>
              <a:defRPr sz="1200" b="1"/>
            </a:lvl8pPr>
            <a:lvl9pPr marL="4114800" lvl="8" indent="-228600" algn="r" rtl="1">
              <a:lnSpc>
                <a:spcPct val="90000"/>
              </a:lnSpc>
              <a:spcBef>
                <a:spcPts val="375"/>
              </a:spcBef>
              <a:spcAft>
                <a:spcPts val="0"/>
              </a:spcAft>
              <a:buClr>
                <a:schemeClr val="dk1"/>
              </a:buClr>
              <a:buSzPts val="1200"/>
              <a:buNone/>
              <a:defRPr sz="1200" b="1"/>
            </a:lvl9pPr>
          </a:lstStyle>
          <a:p>
            <a:endParaRPr/>
          </a:p>
        </p:txBody>
      </p:sp>
      <p:sp>
        <p:nvSpPr>
          <p:cNvPr id="39" name="Google Shape;39;p12"/>
          <p:cNvSpPr txBox="1">
            <a:spLocks noGrp="1"/>
          </p:cNvSpPr>
          <p:nvPr>
            <p:ph type="body" idx="2"/>
          </p:nvPr>
        </p:nvSpPr>
        <p:spPr>
          <a:xfrm>
            <a:off x="520735" y="3905550"/>
            <a:ext cx="3198300" cy="5744400"/>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750"/>
              </a:spcBef>
              <a:spcAft>
                <a:spcPts val="0"/>
              </a:spcAft>
              <a:buClr>
                <a:schemeClr val="dk1"/>
              </a:buClr>
              <a:buSzPts val="1800"/>
              <a:buChar char="•"/>
              <a:defRPr/>
            </a:lvl1pPr>
            <a:lvl2pPr marL="914400" lvl="1" indent="-342900" algn="r" rtl="1">
              <a:lnSpc>
                <a:spcPct val="90000"/>
              </a:lnSpc>
              <a:spcBef>
                <a:spcPts val="375"/>
              </a:spcBef>
              <a:spcAft>
                <a:spcPts val="0"/>
              </a:spcAft>
              <a:buClr>
                <a:schemeClr val="dk1"/>
              </a:buClr>
              <a:buSzPts val="1800"/>
              <a:buChar char="•"/>
              <a:defRPr/>
            </a:lvl2pPr>
            <a:lvl3pPr marL="1371600" lvl="2" indent="-342900" algn="r" rtl="1">
              <a:lnSpc>
                <a:spcPct val="90000"/>
              </a:lnSpc>
              <a:spcBef>
                <a:spcPts val="375"/>
              </a:spcBef>
              <a:spcAft>
                <a:spcPts val="0"/>
              </a:spcAft>
              <a:buClr>
                <a:schemeClr val="dk1"/>
              </a:buClr>
              <a:buSzPts val="1800"/>
              <a:buChar char="•"/>
              <a:defRPr/>
            </a:lvl3pPr>
            <a:lvl4pPr marL="1828800" lvl="3" indent="-342900" algn="r" rtl="1">
              <a:lnSpc>
                <a:spcPct val="90000"/>
              </a:lnSpc>
              <a:spcBef>
                <a:spcPts val="375"/>
              </a:spcBef>
              <a:spcAft>
                <a:spcPts val="0"/>
              </a:spcAft>
              <a:buClr>
                <a:schemeClr val="dk1"/>
              </a:buClr>
              <a:buSzPts val="1800"/>
              <a:buChar char="•"/>
              <a:defRPr/>
            </a:lvl4pPr>
            <a:lvl5pPr marL="2286000" lvl="4" indent="-342900" algn="r" rtl="1">
              <a:lnSpc>
                <a:spcPct val="90000"/>
              </a:lnSpc>
              <a:spcBef>
                <a:spcPts val="375"/>
              </a:spcBef>
              <a:spcAft>
                <a:spcPts val="0"/>
              </a:spcAft>
              <a:buClr>
                <a:schemeClr val="dk1"/>
              </a:buClr>
              <a:buSzPts val="1800"/>
              <a:buChar char="•"/>
              <a:defRPr/>
            </a:lvl5pPr>
            <a:lvl6pPr marL="2743200" lvl="5" indent="-342900" algn="r" rtl="1">
              <a:lnSpc>
                <a:spcPct val="90000"/>
              </a:lnSpc>
              <a:spcBef>
                <a:spcPts val="375"/>
              </a:spcBef>
              <a:spcAft>
                <a:spcPts val="0"/>
              </a:spcAft>
              <a:buClr>
                <a:schemeClr val="dk1"/>
              </a:buClr>
              <a:buSzPts val="1800"/>
              <a:buChar char="•"/>
              <a:defRPr/>
            </a:lvl6pPr>
            <a:lvl7pPr marL="3200400" lvl="6" indent="-342900" algn="r" rtl="1">
              <a:lnSpc>
                <a:spcPct val="90000"/>
              </a:lnSpc>
              <a:spcBef>
                <a:spcPts val="375"/>
              </a:spcBef>
              <a:spcAft>
                <a:spcPts val="0"/>
              </a:spcAft>
              <a:buClr>
                <a:schemeClr val="dk1"/>
              </a:buClr>
              <a:buSzPts val="1800"/>
              <a:buChar char="•"/>
              <a:defRPr/>
            </a:lvl7pPr>
            <a:lvl8pPr marL="3657600" lvl="7" indent="-342900" algn="r" rtl="1">
              <a:lnSpc>
                <a:spcPct val="90000"/>
              </a:lnSpc>
              <a:spcBef>
                <a:spcPts val="375"/>
              </a:spcBef>
              <a:spcAft>
                <a:spcPts val="0"/>
              </a:spcAft>
              <a:buClr>
                <a:schemeClr val="dk1"/>
              </a:buClr>
              <a:buSzPts val="1800"/>
              <a:buChar char="•"/>
              <a:defRPr/>
            </a:lvl8pPr>
            <a:lvl9pPr marL="4114800" lvl="8" indent="-342900" algn="r" rtl="1">
              <a:lnSpc>
                <a:spcPct val="90000"/>
              </a:lnSpc>
              <a:spcBef>
                <a:spcPts val="375"/>
              </a:spcBef>
              <a:spcAft>
                <a:spcPts val="0"/>
              </a:spcAft>
              <a:buClr>
                <a:schemeClr val="dk1"/>
              </a:buClr>
              <a:buSzPts val="1800"/>
              <a:buChar char="•"/>
              <a:defRPr/>
            </a:lvl9pPr>
          </a:lstStyle>
          <a:p>
            <a:endParaRPr/>
          </a:p>
        </p:txBody>
      </p:sp>
      <p:sp>
        <p:nvSpPr>
          <p:cNvPr id="40" name="Google Shape;40;p12"/>
          <p:cNvSpPr txBox="1">
            <a:spLocks noGrp="1"/>
          </p:cNvSpPr>
          <p:nvPr>
            <p:ph type="body" idx="3"/>
          </p:nvPr>
        </p:nvSpPr>
        <p:spPr>
          <a:xfrm>
            <a:off x="3827251" y="2621026"/>
            <a:ext cx="3213900" cy="1284600"/>
          </a:xfrm>
          <a:prstGeom prst="rect">
            <a:avLst/>
          </a:prstGeom>
          <a:noFill/>
          <a:ln>
            <a:noFill/>
          </a:ln>
        </p:spPr>
        <p:txBody>
          <a:bodyPr spcFirstLastPara="1" wrap="square" lIns="91425" tIns="45700" rIns="91425" bIns="45700" anchor="b" anchorCtr="0">
            <a:normAutofit/>
          </a:bodyPr>
          <a:lstStyle>
            <a:lvl1pPr marL="457200" lvl="0" indent="-228600" algn="r" rtl="1">
              <a:lnSpc>
                <a:spcPct val="90000"/>
              </a:lnSpc>
              <a:spcBef>
                <a:spcPts val="750"/>
              </a:spcBef>
              <a:spcAft>
                <a:spcPts val="0"/>
              </a:spcAft>
              <a:buClr>
                <a:schemeClr val="dk1"/>
              </a:buClr>
              <a:buSzPts val="1800"/>
              <a:buNone/>
              <a:defRPr sz="1800" b="1"/>
            </a:lvl1pPr>
            <a:lvl2pPr marL="914400" lvl="1" indent="-228600" algn="r" rtl="1">
              <a:lnSpc>
                <a:spcPct val="90000"/>
              </a:lnSpc>
              <a:spcBef>
                <a:spcPts val="375"/>
              </a:spcBef>
              <a:spcAft>
                <a:spcPts val="0"/>
              </a:spcAft>
              <a:buClr>
                <a:schemeClr val="dk1"/>
              </a:buClr>
              <a:buSzPts val="1500"/>
              <a:buNone/>
              <a:defRPr sz="1500" b="1"/>
            </a:lvl2pPr>
            <a:lvl3pPr marL="1371600" lvl="2" indent="-228600" algn="r" rtl="1">
              <a:lnSpc>
                <a:spcPct val="90000"/>
              </a:lnSpc>
              <a:spcBef>
                <a:spcPts val="375"/>
              </a:spcBef>
              <a:spcAft>
                <a:spcPts val="0"/>
              </a:spcAft>
              <a:buClr>
                <a:schemeClr val="dk1"/>
              </a:buClr>
              <a:buSzPts val="1350"/>
              <a:buNone/>
              <a:defRPr sz="1350" b="1"/>
            </a:lvl3pPr>
            <a:lvl4pPr marL="1828800" lvl="3" indent="-228600" algn="r" rtl="1">
              <a:lnSpc>
                <a:spcPct val="90000"/>
              </a:lnSpc>
              <a:spcBef>
                <a:spcPts val="375"/>
              </a:spcBef>
              <a:spcAft>
                <a:spcPts val="0"/>
              </a:spcAft>
              <a:buClr>
                <a:schemeClr val="dk1"/>
              </a:buClr>
              <a:buSzPts val="1200"/>
              <a:buNone/>
              <a:defRPr sz="1200" b="1"/>
            </a:lvl4pPr>
            <a:lvl5pPr marL="2286000" lvl="4" indent="-228600" algn="r" rtl="1">
              <a:lnSpc>
                <a:spcPct val="90000"/>
              </a:lnSpc>
              <a:spcBef>
                <a:spcPts val="375"/>
              </a:spcBef>
              <a:spcAft>
                <a:spcPts val="0"/>
              </a:spcAft>
              <a:buClr>
                <a:schemeClr val="dk1"/>
              </a:buClr>
              <a:buSzPts val="1200"/>
              <a:buNone/>
              <a:defRPr sz="1200" b="1"/>
            </a:lvl5pPr>
            <a:lvl6pPr marL="2743200" lvl="5" indent="-228600" algn="r" rtl="1">
              <a:lnSpc>
                <a:spcPct val="90000"/>
              </a:lnSpc>
              <a:spcBef>
                <a:spcPts val="375"/>
              </a:spcBef>
              <a:spcAft>
                <a:spcPts val="0"/>
              </a:spcAft>
              <a:buClr>
                <a:schemeClr val="dk1"/>
              </a:buClr>
              <a:buSzPts val="1200"/>
              <a:buNone/>
              <a:defRPr sz="1200" b="1"/>
            </a:lvl6pPr>
            <a:lvl7pPr marL="3200400" lvl="6" indent="-228600" algn="r" rtl="1">
              <a:lnSpc>
                <a:spcPct val="90000"/>
              </a:lnSpc>
              <a:spcBef>
                <a:spcPts val="375"/>
              </a:spcBef>
              <a:spcAft>
                <a:spcPts val="0"/>
              </a:spcAft>
              <a:buClr>
                <a:schemeClr val="dk1"/>
              </a:buClr>
              <a:buSzPts val="1200"/>
              <a:buNone/>
              <a:defRPr sz="1200" b="1"/>
            </a:lvl7pPr>
            <a:lvl8pPr marL="3657600" lvl="7" indent="-228600" algn="r" rtl="1">
              <a:lnSpc>
                <a:spcPct val="90000"/>
              </a:lnSpc>
              <a:spcBef>
                <a:spcPts val="375"/>
              </a:spcBef>
              <a:spcAft>
                <a:spcPts val="0"/>
              </a:spcAft>
              <a:buClr>
                <a:schemeClr val="dk1"/>
              </a:buClr>
              <a:buSzPts val="1200"/>
              <a:buNone/>
              <a:defRPr sz="1200" b="1"/>
            </a:lvl8pPr>
            <a:lvl9pPr marL="4114800" lvl="8" indent="-228600" algn="r" rtl="1">
              <a:lnSpc>
                <a:spcPct val="90000"/>
              </a:lnSpc>
              <a:spcBef>
                <a:spcPts val="375"/>
              </a:spcBef>
              <a:spcAft>
                <a:spcPts val="0"/>
              </a:spcAft>
              <a:buClr>
                <a:schemeClr val="dk1"/>
              </a:buClr>
              <a:buSzPts val="1200"/>
              <a:buNone/>
              <a:defRPr sz="1200" b="1"/>
            </a:lvl9pPr>
          </a:lstStyle>
          <a:p>
            <a:endParaRPr/>
          </a:p>
        </p:txBody>
      </p:sp>
      <p:sp>
        <p:nvSpPr>
          <p:cNvPr id="41" name="Google Shape;41;p12"/>
          <p:cNvSpPr txBox="1">
            <a:spLocks noGrp="1"/>
          </p:cNvSpPr>
          <p:nvPr>
            <p:ph type="body" idx="4"/>
          </p:nvPr>
        </p:nvSpPr>
        <p:spPr>
          <a:xfrm>
            <a:off x="3827251" y="3905550"/>
            <a:ext cx="3213900" cy="5744400"/>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750"/>
              </a:spcBef>
              <a:spcAft>
                <a:spcPts val="0"/>
              </a:spcAft>
              <a:buClr>
                <a:schemeClr val="dk1"/>
              </a:buClr>
              <a:buSzPts val="1800"/>
              <a:buChar char="•"/>
              <a:defRPr/>
            </a:lvl1pPr>
            <a:lvl2pPr marL="914400" lvl="1" indent="-342900" algn="r" rtl="1">
              <a:lnSpc>
                <a:spcPct val="90000"/>
              </a:lnSpc>
              <a:spcBef>
                <a:spcPts val="375"/>
              </a:spcBef>
              <a:spcAft>
                <a:spcPts val="0"/>
              </a:spcAft>
              <a:buClr>
                <a:schemeClr val="dk1"/>
              </a:buClr>
              <a:buSzPts val="1800"/>
              <a:buChar char="•"/>
              <a:defRPr/>
            </a:lvl2pPr>
            <a:lvl3pPr marL="1371600" lvl="2" indent="-342900" algn="r" rtl="1">
              <a:lnSpc>
                <a:spcPct val="90000"/>
              </a:lnSpc>
              <a:spcBef>
                <a:spcPts val="375"/>
              </a:spcBef>
              <a:spcAft>
                <a:spcPts val="0"/>
              </a:spcAft>
              <a:buClr>
                <a:schemeClr val="dk1"/>
              </a:buClr>
              <a:buSzPts val="1800"/>
              <a:buChar char="•"/>
              <a:defRPr/>
            </a:lvl3pPr>
            <a:lvl4pPr marL="1828800" lvl="3" indent="-342900" algn="r" rtl="1">
              <a:lnSpc>
                <a:spcPct val="90000"/>
              </a:lnSpc>
              <a:spcBef>
                <a:spcPts val="375"/>
              </a:spcBef>
              <a:spcAft>
                <a:spcPts val="0"/>
              </a:spcAft>
              <a:buClr>
                <a:schemeClr val="dk1"/>
              </a:buClr>
              <a:buSzPts val="1800"/>
              <a:buChar char="•"/>
              <a:defRPr/>
            </a:lvl4pPr>
            <a:lvl5pPr marL="2286000" lvl="4" indent="-342900" algn="r" rtl="1">
              <a:lnSpc>
                <a:spcPct val="90000"/>
              </a:lnSpc>
              <a:spcBef>
                <a:spcPts val="375"/>
              </a:spcBef>
              <a:spcAft>
                <a:spcPts val="0"/>
              </a:spcAft>
              <a:buClr>
                <a:schemeClr val="dk1"/>
              </a:buClr>
              <a:buSzPts val="1800"/>
              <a:buChar char="•"/>
              <a:defRPr/>
            </a:lvl5pPr>
            <a:lvl6pPr marL="2743200" lvl="5" indent="-342900" algn="r" rtl="1">
              <a:lnSpc>
                <a:spcPct val="90000"/>
              </a:lnSpc>
              <a:spcBef>
                <a:spcPts val="375"/>
              </a:spcBef>
              <a:spcAft>
                <a:spcPts val="0"/>
              </a:spcAft>
              <a:buClr>
                <a:schemeClr val="dk1"/>
              </a:buClr>
              <a:buSzPts val="1800"/>
              <a:buChar char="•"/>
              <a:defRPr/>
            </a:lvl6pPr>
            <a:lvl7pPr marL="3200400" lvl="6" indent="-342900" algn="r" rtl="1">
              <a:lnSpc>
                <a:spcPct val="90000"/>
              </a:lnSpc>
              <a:spcBef>
                <a:spcPts val="375"/>
              </a:spcBef>
              <a:spcAft>
                <a:spcPts val="0"/>
              </a:spcAft>
              <a:buClr>
                <a:schemeClr val="dk1"/>
              </a:buClr>
              <a:buSzPts val="1800"/>
              <a:buChar char="•"/>
              <a:defRPr/>
            </a:lvl7pPr>
            <a:lvl8pPr marL="3657600" lvl="7" indent="-342900" algn="r" rtl="1">
              <a:lnSpc>
                <a:spcPct val="90000"/>
              </a:lnSpc>
              <a:spcBef>
                <a:spcPts val="375"/>
              </a:spcBef>
              <a:spcAft>
                <a:spcPts val="0"/>
              </a:spcAft>
              <a:buClr>
                <a:schemeClr val="dk1"/>
              </a:buClr>
              <a:buSzPts val="1800"/>
              <a:buChar char="•"/>
              <a:defRPr/>
            </a:lvl8pPr>
            <a:lvl9pPr marL="4114800" lvl="8" indent="-342900" algn="r" rtl="1">
              <a:lnSpc>
                <a:spcPct val="90000"/>
              </a:lnSpc>
              <a:spcBef>
                <a:spcPts val="375"/>
              </a:spcBef>
              <a:spcAft>
                <a:spcPts val="0"/>
              </a:spcAft>
              <a:buClr>
                <a:schemeClr val="dk1"/>
              </a:buClr>
              <a:buSzPts val="1800"/>
              <a:buChar char="•"/>
              <a:defRPr/>
            </a:lvl9pPr>
          </a:lstStyle>
          <a:p>
            <a:endParaRPr/>
          </a:p>
        </p:txBody>
      </p:sp>
      <p:sp>
        <p:nvSpPr>
          <p:cNvPr id="42" name="Google Shape;42;p12"/>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2"/>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2"/>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כותרת בלבד" type="titleOnly">
  <p:cSld name="TITLE_ONLY">
    <p:spTree>
      <p:nvGrpSpPr>
        <p:cNvPr id="1" name="Shape 45"/>
        <p:cNvGrpSpPr/>
        <p:nvPr/>
      </p:nvGrpSpPr>
      <p:grpSpPr>
        <a:xfrm>
          <a:off x="0" y="0"/>
          <a:ext cx="0" cy="0"/>
          <a:chOff x="0" y="0"/>
          <a:chExt cx="0" cy="0"/>
        </a:xfrm>
      </p:grpSpPr>
      <p:sp>
        <p:nvSpPr>
          <p:cNvPr id="46" name="Google Shape;46;p13"/>
          <p:cNvSpPr txBox="1">
            <a:spLocks noGrp="1"/>
          </p:cNvSpPr>
          <p:nvPr>
            <p:ph type="title"/>
          </p:nvPr>
        </p:nvSpPr>
        <p:spPr>
          <a:xfrm>
            <a:off x="519751" y="569253"/>
            <a:ext cx="6520500" cy="2066700"/>
          </a:xfrm>
          <a:prstGeom prst="rect">
            <a:avLst/>
          </a:prstGeom>
          <a:noFill/>
          <a:ln>
            <a:noFill/>
          </a:ln>
        </p:spPr>
        <p:txBody>
          <a:bodyPr spcFirstLastPara="1" wrap="square" lIns="91425" tIns="45700" rIns="91425" bIns="45700" anchor="ctr" anchorCtr="0">
            <a:normAutofit/>
          </a:bodyPr>
          <a:lstStyle>
            <a:lvl1pPr lvl="0" algn="l"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3"/>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3"/>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3"/>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ריק" type="blank">
  <p:cSld name="BLANK">
    <p:spTree>
      <p:nvGrpSpPr>
        <p:cNvPr id="1" name="Shape 50"/>
        <p:cNvGrpSpPr/>
        <p:nvPr/>
      </p:nvGrpSpPr>
      <p:grpSpPr>
        <a:xfrm>
          <a:off x="0" y="0"/>
          <a:ext cx="0" cy="0"/>
          <a:chOff x="0" y="0"/>
          <a:chExt cx="0" cy="0"/>
        </a:xfrm>
      </p:grpSpPr>
      <p:sp>
        <p:nvSpPr>
          <p:cNvPr id="51" name="Google Shape;51;p14"/>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4"/>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4"/>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תוכן עם כיתוב" type="objTx">
  <p:cSld name="OBJECT_WITH_CAPTION_TEXT">
    <p:spTree>
      <p:nvGrpSpPr>
        <p:cNvPr id="1" name="Shape 54"/>
        <p:cNvGrpSpPr/>
        <p:nvPr/>
      </p:nvGrpSpPr>
      <p:grpSpPr>
        <a:xfrm>
          <a:off x="0" y="0"/>
          <a:ext cx="0" cy="0"/>
          <a:chOff x="0" y="0"/>
          <a:chExt cx="0" cy="0"/>
        </a:xfrm>
      </p:grpSpPr>
      <p:sp>
        <p:nvSpPr>
          <p:cNvPr id="55" name="Google Shape;55;p15"/>
          <p:cNvSpPr txBox="1">
            <a:spLocks noGrp="1"/>
          </p:cNvSpPr>
          <p:nvPr>
            <p:ph type="title"/>
          </p:nvPr>
        </p:nvSpPr>
        <p:spPr>
          <a:xfrm>
            <a:off x="520735" y="712800"/>
            <a:ext cx="2438400" cy="2494800"/>
          </a:xfrm>
          <a:prstGeom prst="rect">
            <a:avLst/>
          </a:prstGeom>
          <a:noFill/>
          <a:ln>
            <a:noFill/>
          </a:ln>
        </p:spPr>
        <p:txBody>
          <a:bodyPr spcFirstLastPara="1" wrap="square" lIns="91425" tIns="45700" rIns="91425" bIns="45700" anchor="b" anchorCtr="0">
            <a:normAutofit/>
          </a:bodyPr>
          <a:lstStyle>
            <a:lvl1pPr lvl="0" algn="l" rtl="1">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5"/>
          <p:cNvSpPr txBox="1">
            <a:spLocks noGrp="1"/>
          </p:cNvSpPr>
          <p:nvPr>
            <p:ph type="body" idx="1"/>
          </p:nvPr>
        </p:nvSpPr>
        <p:spPr>
          <a:xfrm>
            <a:off x="3213984" y="1539452"/>
            <a:ext cx="3827400" cy="7598100"/>
          </a:xfrm>
          <a:prstGeom prst="rect">
            <a:avLst/>
          </a:prstGeom>
          <a:noFill/>
          <a:ln>
            <a:noFill/>
          </a:ln>
        </p:spPr>
        <p:txBody>
          <a:bodyPr spcFirstLastPara="1" wrap="square" lIns="91425" tIns="45700" rIns="91425" bIns="45700" anchor="t" anchorCtr="0">
            <a:normAutofit/>
          </a:bodyPr>
          <a:lstStyle>
            <a:lvl1pPr marL="457200" lvl="0" indent="-381000" algn="r" rtl="1">
              <a:lnSpc>
                <a:spcPct val="90000"/>
              </a:lnSpc>
              <a:spcBef>
                <a:spcPts val="750"/>
              </a:spcBef>
              <a:spcAft>
                <a:spcPts val="0"/>
              </a:spcAft>
              <a:buClr>
                <a:schemeClr val="dk1"/>
              </a:buClr>
              <a:buSzPts val="2400"/>
              <a:buChar char="•"/>
              <a:defRPr sz="2400"/>
            </a:lvl1pPr>
            <a:lvl2pPr marL="914400" lvl="1" indent="-361950" algn="r" rtl="1">
              <a:lnSpc>
                <a:spcPct val="90000"/>
              </a:lnSpc>
              <a:spcBef>
                <a:spcPts val="375"/>
              </a:spcBef>
              <a:spcAft>
                <a:spcPts val="0"/>
              </a:spcAft>
              <a:buClr>
                <a:schemeClr val="dk1"/>
              </a:buClr>
              <a:buSzPts val="2100"/>
              <a:buChar char="•"/>
              <a:defRPr sz="2100"/>
            </a:lvl2pPr>
            <a:lvl3pPr marL="1371600" lvl="2" indent="-342900" algn="r" rtl="1">
              <a:lnSpc>
                <a:spcPct val="90000"/>
              </a:lnSpc>
              <a:spcBef>
                <a:spcPts val="375"/>
              </a:spcBef>
              <a:spcAft>
                <a:spcPts val="0"/>
              </a:spcAft>
              <a:buClr>
                <a:schemeClr val="dk1"/>
              </a:buClr>
              <a:buSzPts val="1800"/>
              <a:buChar char="•"/>
              <a:defRPr sz="1800"/>
            </a:lvl3pPr>
            <a:lvl4pPr marL="1828800" lvl="3" indent="-323850" algn="r" rtl="1">
              <a:lnSpc>
                <a:spcPct val="90000"/>
              </a:lnSpc>
              <a:spcBef>
                <a:spcPts val="375"/>
              </a:spcBef>
              <a:spcAft>
                <a:spcPts val="0"/>
              </a:spcAft>
              <a:buClr>
                <a:schemeClr val="dk1"/>
              </a:buClr>
              <a:buSzPts val="1500"/>
              <a:buChar char="•"/>
              <a:defRPr sz="1500"/>
            </a:lvl4pPr>
            <a:lvl5pPr marL="2286000" lvl="4" indent="-323850" algn="r" rtl="1">
              <a:lnSpc>
                <a:spcPct val="90000"/>
              </a:lnSpc>
              <a:spcBef>
                <a:spcPts val="375"/>
              </a:spcBef>
              <a:spcAft>
                <a:spcPts val="0"/>
              </a:spcAft>
              <a:buClr>
                <a:schemeClr val="dk1"/>
              </a:buClr>
              <a:buSzPts val="1500"/>
              <a:buChar char="•"/>
              <a:defRPr sz="1500"/>
            </a:lvl5pPr>
            <a:lvl6pPr marL="2743200" lvl="5" indent="-323850" algn="r" rtl="1">
              <a:lnSpc>
                <a:spcPct val="90000"/>
              </a:lnSpc>
              <a:spcBef>
                <a:spcPts val="375"/>
              </a:spcBef>
              <a:spcAft>
                <a:spcPts val="0"/>
              </a:spcAft>
              <a:buClr>
                <a:schemeClr val="dk1"/>
              </a:buClr>
              <a:buSzPts val="1500"/>
              <a:buChar char="•"/>
              <a:defRPr sz="1500"/>
            </a:lvl6pPr>
            <a:lvl7pPr marL="3200400" lvl="6" indent="-323850" algn="r" rtl="1">
              <a:lnSpc>
                <a:spcPct val="90000"/>
              </a:lnSpc>
              <a:spcBef>
                <a:spcPts val="375"/>
              </a:spcBef>
              <a:spcAft>
                <a:spcPts val="0"/>
              </a:spcAft>
              <a:buClr>
                <a:schemeClr val="dk1"/>
              </a:buClr>
              <a:buSzPts val="1500"/>
              <a:buChar char="•"/>
              <a:defRPr sz="1500"/>
            </a:lvl7pPr>
            <a:lvl8pPr marL="3657600" lvl="7" indent="-323850" algn="r" rtl="1">
              <a:lnSpc>
                <a:spcPct val="90000"/>
              </a:lnSpc>
              <a:spcBef>
                <a:spcPts val="375"/>
              </a:spcBef>
              <a:spcAft>
                <a:spcPts val="0"/>
              </a:spcAft>
              <a:buClr>
                <a:schemeClr val="dk1"/>
              </a:buClr>
              <a:buSzPts val="1500"/>
              <a:buChar char="•"/>
              <a:defRPr sz="1500"/>
            </a:lvl8pPr>
            <a:lvl9pPr marL="4114800" lvl="8" indent="-323850" algn="r" rtl="1">
              <a:lnSpc>
                <a:spcPct val="90000"/>
              </a:lnSpc>
              <a:spcBef>
                <a:spcPts val="375"/>
              </a:spcBef>
              <a:spcAft>
                <a:spcPts val="0"/>
              </a:spcAft>
              <a:buClr>
                <a:schemeClr val="dk1"/>
              </a:buClr>
              <a:buSzPts val="1500"/>
              <a:buChar char="•"/>
              <a:defRPr sz="1500"/>
            </a:lvl9pPr>
          </a:lstStyle>
          <a:p>
            <a:endParaRPr/>
          </a:p>
        </p:txBody>
      </p:sp>
      <p:sp>
        <p:nvSpPr>
          <p:cNvPr id="57" name="Google Shape;57;p15"/>
          <p:cNvSpPr txBox="1">
            <a:spLocks noGrp="1"/>
          </p:cNvSpPr>
          <p:nvPr>
            <p:ph type="body" idx="2"/>
          </p:nvPr>
        </p:nvSpPr>
        <p:spPr>
          <a:xfrm>
            <a:off x="520735" y="3207600"/>
            <a:ext cx="2438400" cy="5942400"/>
          </a:xfrm>
          <a:prstGeom prst="rect">
            <a:avLst/>
          </a:prstGeom>
          <a:noFill/>
          <a:ln>
            <a:noFill/>
          </a:ln>
        </p:spPr>
        <p:txBody>
          <a:bodyPr spcFirstLastPara="1" wrap="square" lIns="91425" tIns="45700" rIns="91425" bIns="45700" anchor="t" anchorCtr="0">
            <a:normAutofit/>
          </a:bodyPr>
          <a:lstStyle>
            <a:lvl1pPr marL="457200" lvl="0" indent="-228600" algn="r" rtl="1">
              <a:lnSpc>
                <a:spcPct val="90000"/>
              </a:lnSpc>
              <a:spcBef>
                <a:spcPts val="750"/>
              </a:spcBef>
              <a:spcAft>
                <a:spcPts val="0"/>
              </a:spcAft>
              <a:buClr>
                <a:schemeClr val="dk1"/>
              </a:buClr>
              <a:buSzPts val="1200"/>
              <a:buNone/>
              <a:defRPr sz="1200"/>
            </a:lvl1pPr>
            <a:lvl2pPr marL="914400" lvl="1" indent="-228600" algn="r" rtl="1">
              <a:lnSpc>
                <a:spcPct val="90000"/>
              </a:lnSpc>
              <a:spcBef>
                <a:spcPts val="375"/>
              </a:spcBef>
              <a:spcAft>
                <a:spcPts val="0"/>
              </a:spcAft>
              <a:buClr>
                <a:schemeClr val="dk1"/>
              </a:buClr>
              <a:buSzPts val="1050"/>
              <a:buNone/>
              <a:defRPr sz="1050"/>
            </a:lvl2pPr>
            <a:lvl3pPr marL="1371600" lvl="2" indent="-228600" algn="r" rtl="1">
              <a:lnSpc>
                <a:spcPct val="90000"/>
              </a:lnSpc>
              <a:spcBef>
                <a:spcPts val="375"/>
              </a:spcBef>
              <a:spcAft>
                <a:spcPts val="0"/>
              </a:spcAft>
              <a:buClr>
                <a:schemeClr val="dk1"/>
              </a:buClr>
              <a:buSzPts val="900"/>
              <a:buNone/>
              <a:defRPr sz="900"/>
            </a:lvl3pPr>
            <a:lvl4pPr marL="1828800" lvl="3" indent="-228600" algn="r" rtl="1">
              <a:lnSpc>
                <a:spcPct val="90000"/>
              </a:lnSpc>
              <a:spcBef>
                <a:spcPts val="375"/>
              </a:spcBef>
              <a:spcAft>
                <a:spcPts val="0"/>
              </a:spcAft>
              <a:buClr>
                <a:schemeClr val="dk1"/>
              </a:buClr>
              <a:buSzPts val="750"/>
              <a:buNone/>
              <a:defRPr sz="750"/>
            </a:lvl4pPr>
            <a:lvl5pPr marL="2286000" lvl="4" indent="-228600" algn="r" rtl="1">
              <a:lnSpc>
                <a:spcPct val="90000"/>
              </a:lnSpc>
              <a:spcBef>
                <a:spcPts val="375"/>
              </a:spcBef>
              <a:spcAft>
                <a:spcPts val="0"/>
              </a:spcAft>
              <a:buClr>
                <a:schemeClr val="dk1"/>
              </a:buClr>
              <a:buSzPts val="750"/>
              <a:buNone/>
              <a:defRPr sz="750"/>
            </a:lvl5pPr>
            <a:lvl6pPr marL="2743200" lvl="5" indent="-228600" algn="r" rtl="1">
              <a:lnSpc>
                <a:spcPct val="90000"/>
              </a:lnSpc>
              <a:spcBef>
                <a:spcPts val="375"/>
              </a:spcBef>
              <a:spcAft>
                <a:spcPts val="0"/>
              </a:spcAft>
              <a:buClr>
                <a:schemeClr val="dk1"/>
              </a:buClr>
              <a:buSzPts val="750"/>
              <a:buNone/>
              <a:defRPr sz="750"/>
            </a:lvl6pPr>
            <a:lvl7pPr marL="3200400" lvl="6" indent="-228600" algn="r" rtl="1">
              <a:lnSpc>
                <a:spcPct val="90000"/>
              </a:lnSpc>
              <a:spcBef>
                <a:spcPts val="375"/>
              </a:spcBef>
              <a:spcAft>
                <a:spcPts val="0"/>
              </a:spcAft>
              <a:buClr>
                <a:schemeClr val="dk1"/>
              </a:buClr>
              <a:buSzPts val="750"/>
              <a:buNone/>
              <a:defRPr sz="750"/>
            </a:lvl7pPr>
            <a:lvl8pPr marL="3657600" lvl="7" indent="-228600" algn="r" rtl="1">
              <a:lnSpc>
                <a:spcPct val="90000"/>
              </a:lnSpc>
              <a:spcBef>
                <a:spcPts val="375"/>
              </a:spcBef>
              <a:spcAft>
                <a:spcPts val="0"/>
              </a:spcAft>
              <a:buClr>
                <a:schemeClr val="dk1"/>
              </a:buClr>
              <a:buSzPts val="750"/>
              <a:buNone/>
              <a:defRPr sz="750"/>
            </a:lvl8pPr>
            <a:lvl9pPr marL="4114800" lvl="8" indent="-228600" algn="r" rtl="1">
              <a:lnSpc>
                <a:spcPct val="90000"/>
              </a:lnSpc>
              <a:spcBef>
                <a:spcPts val="375"/>
              </a:spcBef>
              <a:spcAft>
                <a:spcPts val="0"/>
              </a:spcAft>
              <a:buClr>
                <a:schemeClr val="dk1"/>
              </a:buClr>
              <a:buSzPts val="750"/>
              <a:buNone/>
              <a:defRPr sz="750"/>
            </a:lvl9pPr>
          </a:lstStyle>
          <a:p>
            <a:endParaRPr/>
          </a:p>
        </p:txBody>
      </p:sp>
      <p:sp>
        <p:nvSpPr>
          <p:cNvPr id="58" name="Google Shape;58;p15"/>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5"/>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5"/>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תמונה עם כיתוב" type="picTx">
  <p:cSld name="PICTURE_WITH_CAPTION_TEXT">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520735" y="712800"/>
            <a:ext cx="2438400" cy="2494800"/>
          </a:xfrm>
          <a:prstGeom prst="rect">
            <a:avLst/>
          </a:prstGeom>
          <a:noFill/>
          <a:ln>
            <a:noFill/>
          </a:ln>
        </p:spPr>
        <p:txBody>
          <a:bodyPr spcFirstLastPara="1" wrap="square" lIns="91425" tIns="45700" rIns="91425" bIns="45700" anchor="b" anchorCtr="0">
            <a:normAutofit/>
          </a:bodyPr>
          <a:lstStyle>
            <a:lvl1pPr lvl="0" algn="l" rtl="1">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6"/>
          <p:cNvSpPr>
            <a:spLocks noGrp="1"/>
          </p:cNvSpPr>
          <p:nvPr>
            <p:ph type="pic" idx="2"/>
          </p:nvPr>
        </p:nvSpPr>
        <p:spPr>
          <a:xfrm>
            <a:off x="3213984" y="1539452"/>
            <a:ext cx="3827400" cy="7598100"/>
          </a:xfrm>
          <a:prstGeom prst="rect">
            <a:avLst/>
          </a:prstGeom>
          <a:noFill/>
          <a:ln>
            <a:noFill/>
          </a:ln>
        </p:spPr>
      </p:sp>
      <p:sp>
        <p:nvSpPr>
          <p:cNvPr id="64" name="Google Shape;64;p16"/>
          <p:cNvSpPr txBox="1">
            <a:spLocks noGrp="1"/>
          </p:cNvSpPr>
          <p:nvPr>
            <p:ph type="body" idx="1"/>
          </p:nvPr>
        </p:nvSpPr>
        <p:spPr>
          <a:xfrm>
            <a:off x="520735" y="3207600"/>
            <a:ext cx="2438400" cy="5942400"/>
          </a:xfrm>
          <a:prstGeom prst="rect">
            <a:avLst/>
          </a:prstGeom>
          <a:noFill/>
          <a:ln>
            <a:noFill/>
          </a:ln>
        </p:spPr>
        <p:txBody>
          <a:bodyPr spcFirstLastPara="1" wrap="square" lIns="91425" tIns="45700" rIns="91425" bIns="45700" anchor="t" anchorCtr="0">
            <a:normAutofit/>
          </a:bodyPr>
          <a:lstStyle>
            <a:lvl1pPr marL="457200" lvl="0" indent="-228600" algn="r" rtl="1">
              <a:lnSpc>
                <a:spcPct val="90000"/>
              </a:lnSpc>
              <a:spcBef>
                <a:spcPts val="750"/>
              </a:spcBef>
              <a:spcAft>
                <a:spcPts val="0"/>
              </a:spcAft>
              <a:buClr>
                <a:schemeClr val="dk1"/>
              </a:buClr>
              <a:buSzPts val="1200"/>
              <a:buNone/>
              <a:defRPr sz="1200"/>
            </a:lvl1pPr>
            <a:lvl2pPr marL="914400" lvl="1" indent="-228600" algn="r" rtl="1">
              <a:lnSpc>
                <a:spcPct val="90000"/>
              </a:lnSpc>
              <a:spcBef>
                <a:spcPts val="375"/>
              </a:spcBef>
              <a:spcAft>
                <a:spcPts val="0"/>
              </a:spcAft>
              <a:buClr>
                <a:schemeClr val="dk1"/>
              </a:buClr>
              <a:buSzPts val="1050"/>
              <a:buNone/>
              <a:defRPr sz="1050"/>
            </a:lvl2pPr>
            <a:lvl3pPr marL="1371600" lvl="2" indent="-228600" algn="r" rtl="1">
              <a:lnSpc>
                <a:spcPct val="90000"/>
              </a:lnSpc>
              <a:spcBef>
                <a:spcPts val="375"/>
              </a:spcBef>
              <a:spcAft>
                <a:spcPts val="0"/>
              </a:spcAft>
              <a:buClr>
                <a:schemeClr val="dk1"/>
              </a:buClr>
              <a:buSzPts val="900"/>
              <a:buNone/>
              <a:defRPr sz="900"/>
            </a:lvl3pPr>
            <a:lvl4pPr marL="1828800" lvl="3" indent="-228600" algn="r" rtl="1">
              <a:lnSpc>
                <a:spcPct val="90000"/>
              </a:lnSpc>
              <a:spcBef>
                <a:spcPts val="375"/>
              </a:spcBef>
              <a:spcAft>
                <a:spcPts val="0"/>
              </a:spcAft>
              <a:buClr>
                <a:schemeClr val="dk1"/>
              </a:buClr>
              <a:buSzPts val="750"/>
              <a:buNone/>
              <a:defRPr sz="750"/>
            </a:lvl4pPr>
            <a:lvl5pPr marL="2286000" lvl="4" indent="-228600" algn="r" rtl="1">
              <a:lnSpc>
                <a:spcPct val="90000"/>
              </a:lnSpc>
              <a:spcBef>
                <a:spcPts val="375"/>
              </a:spcBef>
              <a:spcAft>
                <a:spcPts val="0"/>
              </a:spcAft>
              <a:buClr>
                <a:schemeClr val="dk1"/>
              </a:buClr>
              <a:buSzPts val="750"/>
              <a:buNone/>
              <a:defRPr sz="750"/>
            </a:lvl5pPr>
            <a:lvl6pPr marL="2743200" lvl="5" indent="-228600" algn="r" rtl="1">
              <a:lnSpc>
                <a:spcPct val="90000"/>
              </a:lnSpc>
              <a:spcBef>
                <a:spcPts val="375"/>
              </a:spcBef>
              <a:spcAft>
                <a:spcPts val="0"/>
              </a:spcAft>
              <a:buClr>
                <a:schemeClr val="dk1"/>
              </a:buClr>
              <a:buSzPts val="750"/>
              <a:buNone/>
              <a:defRPr sz="750"/>
            </a:lvl6pPr>
            <a:lvl7pPr marL="3200400" lvl="6" indent="-228600" algn="r" rtl="1">
              <a:lnSpc>
                <a:spcPct val="90000"/>
              </a:lnSpc>
              <a:spcBef>
                <a:spcPts val="375"/>
              </a:spcBef>
              <a:spcAft>
                <a:spcPts val="0"/>
              </a:spcAft>
              <a:buClr>
                <a:schemeClr val="dk1"/>
              </a:buClr>
              <a:buSzPts val="750"/>
              <a:buNone/>
              <a:defRPr sz="750"/>
            </a:lvl7pPr>
            <a:lvl8pPr marL="3657600" lvl="7" indent="-228600" algn="r" rtl="1">
              <a:lnSpc>
                <a:spcPct val="90000"/>
              </a:lnSpc>
              <a:spcBef>
                <a:spcPts val="375"/>
              </a:spcBef>
              <a:spcAft>
                <a:spcPts val="0"/>
              </a:spcAft>
              <a:buClr>
                <a:schemeClr val="dk1"/>
              </a:buClr>
              <a:buSzPts val="750"/>
              <a:buNone/>
              <a:defRPr sz="750"/>
            </a:lvl8pPr>
            <a:lvl9pPr marL="4114800" lvl="8" indent="-228600" algn="r" rtl="1">
              <a:lnSpc>
                <a:spcPct val="90000"/>
              </a:lnSpc>
              <a:spcBef>
                <a:spcPts val="375"/>
              </a:spcBef>
              <a:spcAft>
                <a:spcPts val="0"/>
              </a:spcAft>
              <a:buClr>
                <a:schemeClr val="dk1"/>
              </a:buClr>
              <a:buSzPts val="750"/>
              <a:buNone/>
              <a:defRPr sz="750"/>
            </a:lvl9pPr>
          </a:lstStyle>
          <a:p>
            <a:endParaRPr/>
          </a:p>
        </p:txBody>
      </p:sp>
      <p:sp>
        <p:nvSpPr>
          <p:cNvPr id="65" name="Google Shape;65;p16"/>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6"/>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6"/>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כותרת וטקסט אנכי" type="vertTx">
  <p:cSld name="VERTICAL_TEXT">
    <p:spTree>
      <p:nvGrpSpPr>
        <p:cNvPr id="1" name="Shape 68"/>
        <p:cNvGrpSpPr/>
        <p:nvPr/>
      </p:nvGrpSpPr>
      <p:grpSpPr>
        <a:xfrm>
          <a:off x="0" y="0"/>
          <a:ext cx="0" cy="0"/>
          <a:chOff x="0" y="0"/>
          <a:chExt cx="0" cy="0"/>
        </a:xfrm>
      </p:grpSpPr>
      <p:sp>
        <p:nvSpPr>
          <p:cNvPr id="69" name="Google Shape;69;p17"/>
          <p:cNvSpPr txBox="1">
            <a:spLocks noGrp="1"/>
          </p:cNvSpPr>
          <p:nvPr>
            <p:ph type="title"/>
          </p:nvPr>
        </p:nvSpPr>
        <p:spPr>
          <a:xfrm>
            <a:off x="519751" y="569253"/>
            <a:ext cx="6520500" cy="2066700"/>
          </a:xfrm>
          <a:prstGeom prst="rect">
            <a:avLst/>
          </a:prstGeom>
          <a:noFill/>
          <a:ln>
            <a:noFill/>
          </a:ln>
        </p:spPr>
        <p:txBody>
          <a:bodyPr spcFirstLastPara="1" wrap="square" lIns="91425" tIns="45700" rIns="91425" bIns="45700" anchor="ctr" anchorCtr="0">
            <a:normAutofit/>
          </a:bodyPr>
          <a:lstStyle>
            <a:lvl1pPr lvl="0" algn="l"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7"/>
          <p:cNvSpPr txBox="1">
            <a:spLocks noGrp="1"/>
          </p:cNvSpPr>
          <p:nvPr>
            <p:ph type="body" idx="1"/>
          </p:nvPr>
        </p:nvSpPr>
        <p:spPr>
          <a:xfrm rot="5400000">
            <a:off x="388051" y="2977950"/>
            <a:ext cx="6783900" cy="6520500"/>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750"/>
              </a:spcBef>
              <a:spcAft>
                <a:spcPts val="0"/>
              </a:spcAft>
              <a:buClr>
                <a:schemeClr val="dk1"/>
              </a:buClr>
              <a:buSzPts val="1800"/>
              <a:buChar char="•"/>
              <a:defRPr/>
            </a:lvl1pPr>
            <a:lvl2pPr marL="914400" lvl="1" indent="-342900" algn="r" rtl="1">
              <a:lnSpc>
                <a:spcPct val="90000"/>
              </a:lnSpc>
              <a:spcBef>
                <a:spcPts val="375"/>
              </a:spcBef>
              <a:spcAft>
                <a:spcPts val="0"/>
              </a:spcAft>
              <a:buClr>
                <a:schemeClr val="dk1"/>
              </a:buClr>
              <a:buSzPts val="1800"/>
              <a:buChar char="•"/>
              <a:defRPr/>
            </a:lvl2pPr>
            <a:lvl3pPr marL="1371600" lvl="2" indent="-342900" algn="r" rtl="1">
              <a:lnSpc>
                <a:spcPct val="90000"/>
              </a:lnSpc>
              <a:spcBef>
                <a:spcPts val="375"/>
              </a:spcBef>
              <a:spcAft>
                <a:spcPts val="0"/>
              </a:spcAft>
              <a:buClr>
                <a:schemeClr val="dk1"/>
              </a:buClr>
              <a:buSzPts val="1800"/>
              <a:buChar char="•"/>
              <a:defRPr/>
            </a:lvl3pPr>
            <a:lvl4pPr marL="1828800" lvl="3" indent="-342900" algn="r" rtl="1">
              <a:lnSpc>
                <a:spcPct val="90000"/>
              </a:lnSpc>
              <a:spcBef>
                <a:spcPts val="375"/>
              </a:spcBef>
              <a:spcAft>
                <a:spcPts val="0"/>
              </a:spcAft>
              <a:buClr>
                <a:schemeClr val="dk1"/>
              </a:buClr>
              <a:buSzPts val="1800"/>
              <a:buChar char="•"/>
              <a:defRPr/>
            </a:lvl4pPr>
            <a:lvl5pPr marL="2286000" lvl="4" indent="-342900" algn="r" rtl="1">
              <a:lnSpc>
                <a:spcPct val="90000"/>
              </a:lnSpc>
              <a:spcBef>
                <a:spcPts val="375"/>
              </a:spcBef>
              <a:spcAft>
                <a:spcPts val="0"/>
              </a:spcAft>
              <a:buClr>
                <a:schemeClr val="dk1"/>
              </a:buClr>
              <a:buSzPts val="1800"/>
              <a:buChar char="•"/>
              <a:defRPr/>
            </a:lvl5pPr>
            <a:lvl6pPr marL="2743200" lvl="5" indent="-342900" algn="r" rtl="1">
              <a:lnSpc>
                <a:spcPct val="90000"/>
              </a:lnSpc>
              <a:spcBef>
                <a:spcPts val="375"/>
              </a:spcBef>
              <a:spcAft>
                <a:spcPts val="0"/>
              </a:spcAft>
              <a:buClr>
                <a:schemeClr val="dk1"/>
              </a:buClr>
              <a:buSzPts val="1800"/>
              <a:buChar char="•"/>
              <a:defRPr/>
            </a:lvl6pPr>
            <a:lvl7pPr marL="3200400" lvl="6" indent="-342900" algn="r" rtl="1">
              <a:lnSpc>
                <a:spcPct val="90000"/>
              </a:lnSpc>
              <a:spcBef>
                <a:spcPts val="375"/>
              </a:spcBef>
              <a:spcAft>
                <a:spcPts val="0"/>
              </a:spcAft>
              <a:buClr>
                <a:schemeClr val="dk1"/>
              </a:buClr>
              <a:buSzPts val="1800"/>
              <a:buChar char="•"/>
              <a:defRPr/>
            </a:lvl7pPr>
            <a:lvl8pPr marL="3657600" lvl="7" indent="-342900" algn="r" rtl="1">
              <a:lnSpc>
                <a:spcPct val="90000"/>
              </a:lnSpc>
              <a:spcBef>
                <a:spcPts val="375"/>
              </a:spcBef>
              <a:spcAft>
                <a:spcPts val="0"/>
              </a:spcAft>
              <a:buClr>
                <a:schemeClr val="dk1"/>
              </a:buClr>
              <a:buSzPts val="1800"/>
              <a:buChar char="•"/>
              <a:defRPr/>
            </a:lvl8pPr>
            <a:lvl9pPr marL="4114800" lvl="8" indent="-342900" algn="r" rtl="1">
              <a:lnSpc>
                <a:spcPct val="90000"/>
              </a:lnSpc>
              <a:spcBef>
                <a:spcPts val="375"/>
              </a:spcBef>
              <a:spcAft>
                <a:spcPts val="0"/>
              </a:spcAft>
              <a:buClr>
                <a:schemeClr val="dk1"/>
              </a:buClr>
              <a:buSzPts val="1800"/>
              <a:buChar char="•"/>
              <a:defRPr/>
            </a:lvl9pPr>
          </a:lstStyle>
          <a:p>
            <a:endParaRPr/>
          </a:p>
        </p:txBody>
      </p:sp>
      <p:sp>
        <p:nvSpPr>
          <p:cNvPr id="71" name="Google Shape;71;p17"/>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7"/>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7"/>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כותרת אנכית וטקסט" type="vertTitleAndTx">
  <p:cSld name="VERTICAL_TITLE_AND_VERTICAL_TEXT">
    <p:spTree>
      <p:nvGrpSpPr>
        <p:cNvPr id="1" name="Shape 74"/>
        <p:cNvGrpSpPr/>
        <p:nvPr/>
      </p:nvGrpSpPr>
      <p:grpSpPr>
        <a:xfrm>
          <a:off x="0" y="0"/>
          <a:ext cx="0" cy="0"/>
          <a:chOff x="0" y="0"/>
          <a:chExt cx="0" cy="0"/>
        </a:xfrm>
      </p:grpSpPr>
      <p:sp>
        <p:nvSpPr>
          <p:cNvPr id="75" name="Google Shape;75;p18"/>
          <p:cNvSpPr txBox="1">
            <a:spLocks noGrp="1"/>
          </p:cNvSpPr>
          <p:nvPr>
            <p:ph type="title"/>
          </p:nvPr>
        </p:nvSpPr>
        <p:spPr>
          <a:xfrm rot="5400000">
            <a:off x="1694701" y="4284600"/>
            <a:ext cx="9060900" cy="1630200"/>
          </a:xfrm>
          <a:prstGeom prst="rect">
            <a:avLst/>
          </a:prstGeom>
          <a:noFill/>
          <a:ln>
            <a:noFill/>
          </a:ln>
        </p:spPr>
        <p:txBody>
          <a:bodyPr spcFirstLastPara="1" wrap="square" lIns="91425" tIns="45700" rIns="91425" bIns="45700" anchor="ctr" anchorCtr="0">
            <a:normAutofit/>
          </a:bodyPr>
          <a:lstStyle>
            <a:lvl1pPr lvl="0" algn="l" rtl="1">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8"/>
          <p:cNvSpPr txBox="1">
            <a:spLocks noGrp="1"/>
          </p:cNvSpPr>
          <p:nvPr>
            <p:ph type="body" idx="1"/>
          </p:nvPr>
        </p:nvSpPr>
        <p:spPr>
          <a:xfrm rot="5400000">
            <a:off x="-1612724" y="2701800"/>
            <a:ext cx="9060900" cy="4795800"/>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750"/>
              </a:spcBef>
              <a:spcAft>
                <a:spcPts val="0"/>
              </a:spcAft>
              <a:buClr>
                <a:schemeClr val="dk1"/>
              </a:buClr>
              <a:buSzPts val="1800"/>
              <a:buChar char="•"/>
              <a:defRPr/>
            </a:lvl1pPr>
            <a:lvl2pPr marL="914400" lvl="1" indent="-342900" algn="r" rtl="1">
              <a:lnSpc>
                <a:spcPct val="90000"/>
              </a:lnSpc>
              <a:spcBef>
                <a:spcPts val="375"/>
              </a:spcBef>
              <a:spcAft>
                <a:spcPts val="0"/>
              </a:spcAft>
              <a:buClr>
                <a:schemeClr val="dk1"/>
              </a:buClr>
              <a:buSzPts val="1800"/>
              <a:buChar char="•"/>
              <a:defRPr/>
            </a:lvl2pPr>
            <a:lvl3pPr marL="1371600" lvl="2" indent="-342900" algn="r" rtl="1">
              <a:lnSpc>
                <a:spcPct val="90000"/>
              </a:lnSpc>
              <a:spcBef>
                <a:spcPts val="375"/>
              </a:spcBef>
              <a:spcAft>
                <a:spcPts val="0"/>
              </a:spcAft>
              <a:buClr>
                <a:schemeClr val="dk1"/>
              </a:buClr>
              <a:buSzPts val="1800"/>
              <a:buChar char="•"/>
              <a:defRPr/>
            </a:lvl3pPr>
            <a:lvl4pPr marL="1828800" lvl="3" indent="-342900" algn="r" rtl="1">
              <a:lnSpc>
                <a:spcPct val="90000"/>
              </a:lnSpc>
              <a:spcBef>
                <a:spcPts val="375"/>
              </a:spcBef>
              <a:spcAft>
                <a:spcPts val="0"/>
              </a:spcAft>
              <a:buClr>
                <a:schemeClr val="dk1"/>
              </a:buClr>
              <a:buSzPts val="1800"/>
              <a:buChar char="•"/>
              <a:defRPr/>
            </a:lvl4pPr>
            <a:lvl5pPr marL="2286000" lvl="4" indent="-342900" algn="r" rtl="1">
              <a:lnSpc>
                <a:spcPct val="90000"/>
              </a:lnSpc>
              <a:spcBef>
                <a:spcPts val="375"/>
              </a:spcBef>
              <a:spcAft>
                <a:spcPts val="0"/>
              </a:spcAft>
              <a:buClr>
                <a:schemeClr val="dk1"/>
              </a:buClr>
              <a:buSzPts val="1800"/>
              <a:buChar char="•"/>
              <a:defRPr/>
            </a:lvl5pPr>
            <a:lvl6pPr marL="2743200" lvl="5" indent="-342900" algn="r" rtl="1">
              <a:lnSpc>
                <a:spcPct val="90000"/>
              </a:lnSpc>
              <a:spcBef>
                <a:spcPts val="375"/>
              </a:spcBef>
              <a:spcAft>
                <a:spcPts val="0"/>
              </a:spcAft>
              <a:buClr>
                <a:schemeClr val="dk1"/>
              </a:buClr>
              <a:buSzPts val="1800"/>
              <a:buChar char="•"/>
              <a:defRPr/>
            </a:lvl6pPr>
            <a:lvl7pPr marL="3200400" lvl="6" indent="-342900" algn="r" rtl="1">
              <a:lnSpc>
                <a:spcPct val="90000"/>
              </a:lnSpc>
              <a:spcBef>
                <a:spcPts val="375"/>
              </a:spcBef>
              <a:spcAft>
                <a:spcPts val="0"/>
              </a:spcAft>
              <a:buClr>
                <a:schemeClr val="dk1"/>
              </a:buClr>
              <a:buSzPts val="1800"/>
              <a:buChar char="•"/>
              <a:defRPr/>
            </a:lvl7pPr>
            <a:lvl8pPr marL="3657600" lvl="7" indent="-342900" algn="r" rtl="1">
              <a:lnSpc>
                <a:spcPct val="90000"/>
              </a:lnSpc>
              <a:spcBef>
                <a:spcPts val="375"/>
              </a:spcBef>
              <a:spcAft>
                <a:spcPts val="0"/>
              </a:spcAft>
              <a:buClr>
                <a:schemeClr val="dk1"/>
              </a:buClr>
              <a:buSzPts val="1800"/>
              <a:buChar char="•"/>
              <a:defRPr/>
            </a:lvl8pPr>
            <a:lvl9pPr marL="4114800" lvl="8" indent="-342900" algn="r" rtl="1">
              <a:lnSpc>
                <a:spcPct val="90000"/>
              </a:lnSpc>
              <a:spcBef>
                <a:spcPts val="375"/>
              </a:spcBef>
              <a:spcAft>
                <a:spcPts val="0"/>
              </a:spcAft>
              <a:buClr>
                <a:schemeClr val="dk1"/>
              </a:buClr>
              <a:buSzPts val="1800"/>
              <a:buChar char="•"/>
              <a:defRPr/>
            </a:lvl9pPr>
          </a:lstStyle>
          <a:p>
            <a:endParaRPr/>
          </a:p>
        </p:txBody>
      </p:sp>
      <p:sp>
        <p:nvSpPr>
          <p:cNvPr id="77" name="Google Shape;77;p18"/>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8"/>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8"/>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7"/>
          <p:cNvSpPr txBox="1">
            <a:spLocks noGrp="1"/>
          </p:cNvSpPr>
          <p:nvPr>
            <p:ph type="title"/>
          </p:nvPr>
        </p:nvSpPr>
        <p:spPr>
          <a:xfrm>
            <a:off x="519751" y="569253"/>
            <a:ext cx="6520500" cy="2066700"/>
          </a:xfrm>
          <a:prstGeom prst="rect">
            <a:avLst/>
          </a:prstGeom>
          <a:noFill/>
          <a:ln>
            <a:noFill/>
          </a:ln>
        </p:spPr>
        <p:txBody>
          <a:bodyPr spcFirstLastPara="1" wrap="square" lIns="91425" tIns="45700" rIns="91425" bIns="45700" anchor="ctr" anchorCtr="0">
            <a:normAutofit/>
          </a:bodyPr>
          <a:lstStyle>
            <a:lvl1pPr marR="0" lvl="0" algn="l" rtl="1">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7"/>
          <p:cNvSpPr txBox="1">
            <a:spLocks noGrp="1"/>
          </p:cNvSpPr>
          <p:nvPr>
            <p:ph type="body" idx="1"/>
          </p:nvPr>
        </p:nvSpPr>
        <p:spPr>
          <a:xfrm>
            <a:off x="519751" y="2846250"/>
            <a:ext cx="6520500" cy="6783900"/>
          </a:xfrm>
          <a:prstGeom prst="rect">
            <a:avLst/>
          </a:prstGeom>
          <a:noFill/>
          <a:ln>
            <a:noFill/>
          </a:ln>
        </p:spPr>
        <p:txBody>
          <a:bodyPr spcFirstLastPara="1" wrap="square" lIns="91425" tIns="45700" rIns="91425" bIns="45700" anchor="t" anchorCtr="0">
            <a:normAutofit/>
          </a:bodyPr>
          <a:lstStyle>
            <a:lvl1pPr marL="457200" marR="0" lvl="0" indent="-361950" algn="r" rtl="1">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r" rtl="1">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r" rtl="1">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r" rtl="1">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r" rtl="1">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r" rtl="1">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r" rtl="1">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r" rtl="1">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r" rtl="1">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8" name="Google Shape;8;p7"/>
          <p:cNvSpPr txBox="1">
            <a:spLocks noGrp="1"/>
          </p:cNvSpPr>
          <p:nvPr>
            <p:ph type="dt" idx="10"/>
          </p:nvPr>
        </p:nvSpPr>
        <p:spPr>
          <a:xfrm>
            <a:off x="519751" y="9909903"/>
            <a:ext cx="1701000" cy="569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7"/>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7"/>
          <p:cNvSpPr txBox="1">
            <a:spLocks noGrp="1"/>
          </p:cNvSpPr>
          <p:nvPr>
            <p:ph type="sldNum" idx="12"/>
          </p:nvPr>
        </p:nvSpPr>
        <p:spPr>
          <a:xfrm>
            <a:off x="5339251" y="9909903"/>
            <a:ext cx="1701000" cy="569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5" name="Google Shape;85;p1"/>
          <p:cNvSpPr txBox="1">
            <a:spLocks noGrp="1"/>
          </p:cNvSpPr>
          <p:nvPr>
            <p:ph type="title"/>
          </p:nvPr>
        </p:nvSpPr>
        <p:spPr>
          <a:xfrm>
            <a:off x="0" y="908326"/>
            <a:ext cx="7560000" cy="3663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2160"/>
              <a:buFont typeface="Aharoni"/>
              <a:buNone/>
            </a:pPr>
            <a:r>
              <a:rPr lang="iw" sz="1600" b="1" u="sng">
                <a:latin typeface="Aharoni"/>
                <a:ea typeface="Aharoni"/>
                <a:cs typeface="Aharoni"/>
                <a:sym typeface="Aharoni"/>
              </a:rPr>
              <a:t>Summary of safety training and safety instructions for working on a construction site</a:t>
            </a:r>
            <a:endParaRPr sz="2000"/>
          </a:p>
        </p:txBody>
      </p:sp>
      <p:sp>
        <p:nvSpPr>
          <p:cNvPr id="86" name="Google Shape;86;p1"/>
          <p:cNvSpPr txBox="1">
            <a:spLocks noGrp="1"/>
          </p:cNvSpPr>
          <p:nvPr>
            <p:ph type="body" idx="1"/>
          </p:nvPr>
        </p:nvSpPr>
        <p:spPr>
          <a:xfrm>
            <a:off x="0" y="1429726"/>
            <a:ext cx="7560000" cy="491100"/>
          </a:xfrm>
          <a:prstGeom prst="rect">
            <a:avLst/>
          </a:prstGeom>
          <a:noFill/>
          <a:ln>
            <a:noFill/>
          </a:ln>
        </p:spPr>
        <p:txBody>
          <a:bodyPr spcFirstLastPara="1" wrap="square" lIns="91425" tIns="45700" rIns="91425" bIns="45700" anchor="t" anchorCtr="0">
            <a:noAutofit/>
          </a:bodyPr>
          <a:lstStyle/>
          <a:p>
            <a:pPr marL="0" lvl="0" indent="0" algn="r" rtl="0">
              <a:lnSpc>
                <a:spcPct val="90000"/>
              </a:lnSpc>
              <a:spcBef>
                <a:spcPts val="0"/>
              </a:spcBef>
              <a:spcAft>
                <a:spcPts val="0"/>
              </a:spcAft>
              <a:buClr>
                <a:schemeClr val="dk1"/>
              </a:buClr>
              <a:buSzPts val="2800"/>
              <a:buNone/>
            </a:pPr>
            <a:r>
              <a:rPr lang="iw" sz="2000" u="sng">
                <a:latin typeface="Aharoni"/>
                <a:ea typeface="Aharoni"/>
                <a:cs typeface="Aharoni"/>
                <a:sym typeface="Aharoni"/>
              </a:rPr>
              <a:t>Personal Protective Equipment</a:t>
            </a:r>
            <a:endParaRPr sz="1800"/>
          </a:p>
        </p:txBody>
      </p:sp>
      <p:graphicFrame>
        <p:nvGraphicFramePr>
          <p:cNvPr id="87" name="Google Shape;87;p1"/>
          <p:cNvGraphicFramePr/>
          <p:nvPr/>
        </p:nvGraphicFramePr>
        <p:xfrm>
          <a:off x="157937" y="2694550"/>
          <a:ext cx="7244150" cy="2875725"/>
        </p:xfrm>
        <a:graphic>
          <a:graphicData uri="http://schemas.openxmlformats.org/drawingml/2006/table">
            <a:tbl>
              <a:tblPr firstRow="1" firstCol="1" bandRow="1">
                <a:noFill/>
                <a:tableStyleId>{4DBE5B9F-3176-4AB3-A1B5-CF93A4E41C66}</a:tableStyleId>
              </a:tblPr>
              <a:tblGrid>
                <a:gridCol w="1863550">
                  <a:extLst>
                    <a:ext uri="{9D8B030D-6E8A-4147-A177-3AD203B41FA5}">
                      <a16:colId xmlns:a16="http://schemas.microsoft.com/office/drawing/2014/main" val="20000"/>
                    </a:ext>
                  </a:extLst>
                </a:gridCol>
                <a:gridCol w="2129775">
                  <a:extLst>
                    <a:ext uri="{9D8B030D-6E8A-4147-A177-3AD203B41FA5}">
                      <a16:colId xmlns:a16="http://schemas.microsoft.com/office/drawing/2014/main" val="20001"/>
                    </a:ext>
                  </a:extLst>
                </a:gridCol>
                <a:gridCol w="3250825">
                  <a:extLst>
                    <a:ext uri="{9D8B030D-6E8A-4147-A177-3AD203B41FA5}">
                      <a16:colId xmlns:a16="http://schemas.microsoft.com/office/drawing/2014/main" val="20002"/>
                    </a:ext>
                  </a:extLst>
                </a:gridCol>
              </a:tblGrid>
              <a:tr h="129925">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Negative impact</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Failure/Negative Scenario</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Risk Elimination/Minimization/Prevention</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081825">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Physiological injuries</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Limb and eye injuries</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Health damage</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Failure to use personal protective equipment</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Failure to inspect personal protective equipment</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Improper use of personal protective equipment</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Each employee will be equipped with standard work shoes, a protective helmet and a reflective vest</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In addition, the employee will use additional personal protective equipment according to the type of work and in accordance with the Personal Protective Equipment Law, manufacturer's instructions. For any inquiries regarding this matter, contact the Ministry of Defense</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If the equipment is not in good condition, replace it immediately</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My signature on this document constitutes a commitment to use personal protective equipment and to act according to the briefing I received</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88" name="Google Shape;88;p1"/>
          <p:cNvPicPr preferRelativeResize="0"/>
          <p:nvPr/>
        </p:nvPicPr>
        <p:blipFill rotWithShape="1">
          <a:blip r:embed="rId3">
            <a:alphaModFix/>
          </a:blip>
          <a:srcRect r="74905"/>
          <a:stretch/>
        </p:blipFill>
        <p:spPr>
          <a:xfrm>
            <a:off x="223818" y="1346631"/>
            <a:ext cx="959266" cy="701761"/>
          </a:xfrm>
          <a:prstGeom prst="rect">
            <a:avLst/>
          </a:prstGeom>
          <a:noFill/>
          <a:ln>
            <a:noFill/>
          </a:ln>
        </p:spPr>
      </p:pic>
      <p:pic>
        <p:nvPicPr>
          <p:cNvPr id="89" name="Google Shape;89;p1"/>
          <p:cNvPicPr preferRelativeResize="0"/>
          <p:nvPr/>
        </p:nvPicPr>
        <p:blipFill rotWithShape="1">
          <a:blip r:embed="rId3">
            <a:alphaModFix/>
          </a:blip>
          <a:srcRect l="36083" r="33518"/>
          <a:stretch/>
        </p:blipFill>
        <p:spPr>
          <a:xfrm>
            <a:off x="1329904" y="1346631"/>
            <a:ext cx="1162000" cy="701761"/>
          </a:xfrm>
          <a:prstGeom prst="rect">
            <a:avLst/>
          </a:prstGeom>
          <a:noFill/>
          <a:ln>
            <a:noFill/>
          </a:ln>
        </p:spPr>
      </p:pic>
      <p:pic>
        <p:nvPicPr>
          <p:cNvPr id="90" name="Google Shape;90;p1"/>
          <p:cNvPicPr preferRelativeResize="0"/>
          <p:nvPr/>
        </p:nvPicPr>
        <p:blipFill rotWithShape="1">
          <a:blip r:embed="rId3">
            <a:alphaModFix/>
          </a:blip>
          <a:srcRect l="75636"/>
          <a:stretch/>
        </p:blipFill>
        <p:spPr>
          <a:xfrm>
            <a:off x="2558632" y="1346631"/>
            <a:ext cx="931267" cy="701761"/>
          </a:xfrm>
          <a:prstGeom prst="rect">
            <a:avLst/>
          </a:prstGeom>
          <a:noFill/>
          <a:ln>
            <a:noFill/>
          </a:ln>
        </p:spPr>
      </p:pic>
      <p:sp>
        <p:nvSpPr>
          <p:cNvPr id="91" name="Google Shape;91;p1"/>
          <p:cNvSpPr txBox="1"/>
          <p:nvPr/>
        </p:nvSpPr>
        <p:spPr>
          <a:xfrm>
            <a:off x="167903" y="2056468"/>
            <a:ext cx="1161900" cy="366300"/>
          </a:xfrm>
          <a:prstGeom prst="rect">
            <a:avLst/>
          </a:prstGeom>
          <a:noFill/>
          <a:ln>
            <a:noFill/>
          </a:ln>
        </p:spPr>
        <p:txBody>
          <a:bodyPr spcFirstLastPara="1" wrap="square" lIns="91425" tIns="45700" rIns="91425" bIns="45700" anchor="t" anchorCtr="0">
            <a:noAutofit/>
          </a:bodyPr>
          <a:lstStyle/>
          <a:p>
            <a:pPr marL="0" marR="0" lvl="0" indent="0" algn="ctr" rtl="1">
              <a:lnSpc>
                <a:spcPct val="90000"/>
              </a:lnSpc>
              <a:spcBef>
                <a:spcPts val="0"/>
              </a:spcBef>
              <a:spcAft>
                <a:spcPts val="0"/>
              </a:spcAft>
              <a:buClr>
                <a:schemeClr val="dk1"/>
              </a:buClr>
              <a:buSzPts val="1155"/>
              <a:buFont typeface="Arial"/>
              <a:buNone/>
            </a:pPr>
            <a:r>
              <a:rPr lang="iw" sz="1155" b="1" i="0" u="none" strike="noStrike" cap="none">
                <a:solidFill>
                  <a:schemeClr val="dk1"/>
                </a:solidFill>
                <a:latin typeface="Aharoni"/>
                <a:ea typeface="Aharoni"/>
                <a:cs typeface="Aharoni"/>
                <a:sym typeface="Aharoni"/>
              </a:rPr>
              <a:t>Goggles are a must!</a:t>
            </a:r>
            <a:endParaRPr sz="770" b="0" i="0" u="none" strike="noStrike" cap="none">
              <a:solidFill>
                <a:srgbClr val="000000"/>
              </a:solidFill>
              <a:latin typeface="Arial"/>
              <a:ea typeface="Arial"/>
              <a:cs typeface="Arial"/>
              <a:sym typeface="Arial"/>
            </a:endParaRPr>
          </a:p>
        </p:txBody>
      </p:sp>
      <p:sp>
        <p:nvSpPr>
          <p:cNvPr id="92" name="Google Shape;92;p1"/>
          <p:cNvSpPr txBox="1"/>
          <p:nvPr/>
        </p:nvSpPr>
        <p:spPr>
          <a:xfrm>
            <a:off x="1329904" y="2048391"/>
            <a:ext cx="1161900" cy="356400"/>
          </a:xfrm>
          <a:prstGeom prst="rect">
            <a:avLst/>
          </a:prstGeom>
          <a:noFill/>
          <a:ln>
            <a:noFill/>
          </a:ln>
        </p:spPr>
        <p:txBody>
          <a:bodyPr spcFirstLastPara="1" wrap="square" lIns="91425" tIns="45700" rIns="91425" bIns="45700" anchor="t" anchorCtr="0">
            <a:noAutofit/>
          </a:bodyPr>
          <a:lstStyle/>
          <a:p>
            <a:pPr marL="0" marR="0" lvl="0" indent="0" algn="ctr" rtl="1">
              <a:lnSpc>
                <a:spcPct val="70000"/>
              </a:lnSpc>
              <a:spcBef>
                <a:spcPts val="0"/>
              </a:spcBef>
              <a:spcAft>
                <a:spcPts val="0"/>
              </a:spcAft>
              <a:buClr>
                <a:schemeClr val="dk1"/>
              </a:buClr>
              <a:buSzPts val="1155"/>
              <a:buFont typeface="Arial"/>
              <a:buNone/>
            </a:pPr>
            <a:r>
              <a:rPr lang="iw" sz="1155" b="1" i="0" u="none" strike="noStrike" cap="none">
                <a:solidFill>
                  <a:schemeClr val="dk1"/>
                </a:solidFill>
                <a:latin typeface="Aharoni"/>
                <a:ea typeface="Aharoni"/>
                <a:cs typeface="Aharoni"/>
                <a:sym typeface="Aharoni"/>
              </a:rPr>
              <a:t>Wearing a protective helmet is mandatory</a:t>
            </a:r>
            <a:endParaRPr sz="770" b="0" i="0" u="none" strike="noStrike" cap="none">
              <a:solidFill>
                <a:srgbClr val="000000"/>
              </a:solidFill>
              <a:latin typeface="Arial"/>
              <a:ea typeface="Arial"/>
              <a:cs typeface="Arial"/>
              <a:sym typeface="Arial"/>
            </a:endParaRPr>
          </a:p>
        </p:txBody>
      </p:sp>
      <p:sp>
        <p:nvSpPr>
          <p:cNvPr id="93" name="Google Shape;93;p1"/>
          <p:cNvSpPr txBox="1"/>
          <p:nvPr/>
        </p:nvSpPr>
        <p:spPr>
          <a:xfrm>
            <a:off x="2415797" y="2056468"/>
            <a:ext cx="1161900" cy="356400"/>
          </a:xfrm>
          <a:prstGeom prst="rect">
            <a:avLst/>
          </a:prstGeom>
          <a:noFill/>
          <a:ln>
            <a:noFill/>
          </a:ln>
        </p:spPr>
        <p:txBody>
          <a:bodyPr spcFirstLastPara="1" wrap="square" lIns="91425" tIns="45700" rIns="91425" bIns="45700" anchor="t" anchorCtr="0">
            <a:noAutofit/>
          </a:bodyPr>
          <a:lstStyle/>
          <a:p>
            <a:pPr marL="0" marR="0" lvl="0" indent="0" algn="ctr" rtl="1">
              <a:lnSpc>
                <a:spcPct val="70000"/>
              </a:lnSpc>
              <a:spcBef>
                <a:spcPts val="0"/>
              </a:spcBef>
              <a:spcAft>
                <a:spcPts val="0"/>
              </a:spcAft>
              <a:buClr>
                <a:schemeClr val="dk1"/>
              </a:buClr>
              <a:buSzPts val="1155"/>
              <a:buFont typeface="Arial"/>
              <a:buNone/>
            </a:pPr>
            <a:r>
              <a:rPr lang="iw" sz="1155" b="1" i="0" u="none" strike="noStrike" cap="none">
                <a:solidFill>
                  <a:schemeClr val="dk1"/>
                </a:solidFill>
                <a:latin typeface="Aharoni"/>
                <a:ea typeface="Aharoni"/>
                <a:cs typeface="Aharoni"/>
                <a:sym typeface="Aharoni"/>
              </a:rPr>
              <a:t>Protective footwear is mandatory</a:t>
            </a:r>
            <a:endParaRPr sz="770" b="0" i="0" u="none" strike="noStrike" cap="none">
              <a:solidFill>
                <a:srgbClr val="000000"/>
              </a:solidFill>
              <a:latin typeface="Arial"/>
              <a:ea typeface="Arial"/>
              <a:cs typeface="Arial"/>
              <a:sym typeface="Arial"/>
            </a:endParaRPr>
          </a:p>
        </p:txBody>
      </p:sp>
      <p:cxnSp>
        <p:nvCxnSpPr>
          <p:cNvPr id="94" name="Google Shape;94;p1"/>
          <p:cNvCxnSpPr/>
          <p:nvPr/>
        </p:nvCxnSpPr>
        <p:spPr>
          <a:xfrm>
            <a:off x="0" y="5717573"/>
            <a:ext cx="7560000" cy="0"/>
          </a:xfrm>
          <a:prstGeom prst="straightConnector1">
            <a:avLst/>
          </a:prstGeom>
          <a:noFill/>
          <a:ln w="38100" cap="flat" cmpd="sng">
            <a:solidFill>
              <a:schemeClr val="dk1"/>
            </a:solidFill>
            <a:prstDash val="solid"/>
            <a:miter lim="800000"/>
            <a:headEnd type="none" w="sm" len="sm"/>
            <a:tailEnd type="none" w="sm" len="sm"/>
          </a:ln>
        </p:spPr>
      </p:cxnSp>
      <p:pic>
        <p:nvPicPr>
          <p:cNvPr id="95" name="Google Shape;95;p1"/>
          <p:cNvPicPr preferRelativeResize="0"/>
          <p:nvPr/>
        </p:nvPicPr>
        <p:blipFill rotWithShape="1">
          <a:blip r:embed="rId4">
            <a:alphaModFix/>
          </a:blip>
          <a:srcRect/>
          <a:stretch/>
        </p:blipFill>
        <p:spPr>
          <a:xfrm>
            <a:off x="167903" y="5995548"/>
            <a:ext cx="856972" cy="655443"/>
          </a:xfrm>
          <a:prstGeom prst="rect">
            <a:avLst/>
          </a:prstGeom>
          <a:noFill/>
          <a:ln>
            <a:noFill/>
          </a:ln>
        </p:spPr>
      </p:pic>
      <p:sp>
        <p:nvSpPr>
          <p:cNvPr id="96" name="Google Shape;96;p1"/>
          <p:cNvSpPr txBox="1"/>
          <p:nvPr/>
        </p:nvSpPr>
        <p:spPr>
          <a:xfrm>
            <a:off x="852950" y="5875137"/>
            <a:ext cx="1330200" cy="395100"/>
          </a:xfrm>
          <a:prstGeom prst="rect">
            <a:avLst/>
          </a:prstGeom>
          <a:noFill/>
          <a:ln>
            <a:noFill/>
          </a:ln>
        </p:spPr>
        <p:txBody>
          <a:bodyPr spcFirstLastPara="1" wrap="square" lIns="91425" tIns="45700" rIns="91425" bIns="45700" anchor="t" anchorCtr="0">
            <a:noAutofit/>
          </a:bodyPr>
          <a:lstStyle/>
          <a:p>
            <a:pPr marL="0" marR="0" lvl="0" indent="0" algn="ctr" rtl="1">
              <a:lnSpc>
                <a:spcPct val="90000"/>
              </a:lnSpc>
              <a:spcBef>
                <a:spcPts val="750"/>
              </a:spcBef>
              <a:spcAft>
                <a:spcPts val="0"/>
              </a:spcAft>
              <a:buClr>
                <a:schemeClr val="dk1"/>
              </a:buClr>
              <a:buSzPts val="1300"/>
              <a:buFont typeface="Arial"/>
              <a:buNone/>
            </a:pPr>
            <a:r>
              <a:rPr lang="iw" sz="1300" b="1" i="0" u="none" strike="noStrike" cap="none">
                <a:solidFill>
                  <a:srgbClr val="FF0000"/>
                </a:solidFill>
                <a:latin typeface="Aharoni"/>
                <a:ea typeface="Aharoni"/>
                <a:cs typeface="Aharoni"/>
                <a:sym typeface="Aharoni"/>
              </a:rPr>
              <a:t>Caution</a:t>
            </a:r>
            <a:endParaRPr sz="1300" b="1" i="0" u="none" strike="noStrike" cap="none">
              <a:solidFill>
                <a:srgbClr val="FF0000"/>
              </a:solidFill>
              <a:latin typeface="Aharoni"/>
              <a:ea typeface="Aharoni"/>
              <a:cs typeface="Aharoni"/>
              <a:sym typeface="Aharoni"/>
            </a:endParaRPr>
          </a:p>
          <a:p>
            <a:pPr marL="0" marR="0" lvl="0" indent="0" algn="ctr" rtl="1">
              <a:lnSpc>
                <a:spcPct val="90000"/>
              </a:lnSpc>
              <a:spcBef>
                <a:spcPts val="750"/>
              </a:spcBef>
              <a:spcAft>
                <a:spcPts val="0"/>
              </a:spcAft>
              <a:buClr>
                <a:schemeClr val="dk1"/>
              </a:buClr>
              <a:buSzPts val="1300"/>
              <a:buFont typeface="Arial"/>
              <a:buNone/>
            </a:pPr>
            <a:r>
              <a:rPr lang="iw" sz="1300" b="1" i="0" u="none" strike="noStrike" cap="none">
                <a:solidFill>
                  <a:srgbClr val="FF0000"/>
                </a:solidFill>
                <a:latin typeface="Aharoni"/>
                <a:ea typeface="Aharoni"/>
                <a:cs typeface="Aharoni"/>
                <a:sym typeface="Aharoni"/>
              </a:rPr>
              <a:t>Tractor in motion</a:t>
            </a:r>
            <a:endParaRPr sz="1300" b="1" i="0" u="none" strike="noStrike" cap="none">
              <a:solidFill>
                <a:srgbClr val="FF0000"/>
              </a:solidFill>
              <a:latin typeface="Aharoni"/>
              <a:ea typeface="Aharoni"/>
              <a:cs typeface="Aharoni"/>
              <a:sym typeface="Aharoni"/>
            </a:endParaRPr>
          </a:p>
        </p:txBody>
      </p:sp>
      <p:sp>
        <p:nvSpPr>
          <p:cNvPr id="97" name="Google Shape;97;p1"/>
          <p:cNvSpPr txBox="1"/>
          <p:nvPr/>
        </p:nvSpPr>
        <p:spPr>
          <a:xfrm>
            <a:off x="-4022" y="6159891"/>
            <a:ext cx="7560000" cy="491100"/>
          </a:xfrm>
          <a:prstGeom prst="rect">
            <a:avLst/>
          </a:prstGeom>
          <a:noFill/>
          <a:ln>
            <a:noFill/>
          </a:ln>
        </p:spPr>
        <p:txBody>
          <a:bodyPr spcFirstLastPara="1" wrap="square" lIns="91425" tIns="45700" rIns="91425" bIns="45700" anchor="t" anchorCtr="0">
            <a:noAutofit/>
          </a:bodyPr>
          <a:lstStyle/>
          <a:p>
            <a:pPr marL="0" marR="0" lvl="0" indent="0" algn="r" rtl="0">
              <a:lnSpc>
                <a:spcPct val="90000"/>
              </a:lnSpc>
              <a:spcBef>
                <a:spcPts val="0"/>
              </a:spcBef>
              <a:spcAft>
                <a:spcPts val="0"/>
              </a:spcAft>
              <a:buClr>
                <a:schemeClr val="dk1"/>
              </a:buClr>
              <a:buSzPts val="2800"/>
              <a:buFont typeface="Arial"/>
              <a:buNone/>
            </a:pPr>
            <a:r>
              <a:rPr lang="iw" sz="2000" b="1" i="0" u="sng" strike="noStrike" cap="none">
                <a:solidFill>
                  <a:schemeClr val="dk1"/>
                </a:solidFill>
                <a:latin typeface="Aharoni"/>
                <a:ea typeface="Aharoni"/>
                <a:cs typeface="Aharoni"/>
                <a:sym typeface="Aharoni"/>
              </a:rPr>
              <a:t>Engineering Mechanical Equipment</a:t>
            </a:r>
            <a:endParaRPr sz="2000" b="0" i="0" u="none" strike="noStrike" cap="none">
              <a:solidFill>
                <a:srgbClr val="000000"/>
              </a:solidFill>
              <a:latin typeface="Arial"/>
              <a:ea typeface="Arial"/>
              <a:cs typeface="Arial"/>
              <a:sym typeface="Arial"/>
            </a:endParaRPr>
          </a:p>
        </p:txBody>
      </p:sp>
      <p:graphicFrame>
        <p:nvGraphicFramePr>
          <p:cNvPr id="98" name="Google Shape;98;p1"/>
          <p:cNvGraphicFramePr/>
          <p:nvPr/>
        </p:nvGraphicFramePr>
        <p:xfrm>
          <a:off x="157762" y="6879900"/>
          <a:ext cx="7244150" cy="2875725"/>
        </p:xfrm>
        <a:graphic>
          <a:graphicData uri="http://schemas.openxmlformats.org/drawingml/2006/table">
            <a:tbl>
              <a:tblPr firstRow="1" firstCol="1" bandRow="1">
                <a:noFill/>
                <a:tableStyleId>{4DBE5B9F-3176-4AB3-A1B5-CF93A4E41C66}</a:tableStyleId>
              </a:tblPr>
              <a:tblGrid>
                <a:gridCol w="1863550">
                  <a:extLst>
                    <a:ext uri="{9D8B030D-6E8A-4147-A177-3AD203B41FA5}">
                      <a16:colId xmlns:a16="http://schemas.microsoft.com/office/drawing/2014/main" val="20000"/>
                    </a:ext>
                  </a:extLst>
                </a:gridCol>
                <a:gridCol w="2129775">
                  <a:extLst>
                    <a:ext uri="{9D8B030D-6E8A-4147-A177-3AD203B41FA5}">
                      <a16:colId xmlns:a16="http://schemas.microsoft.com/office/drawing/2014/main" val="20001"/>
                    </a:ext>
                  </a:extLst>
                </a:gridCol>
                <a:gridCol w="3250825">
                  <a:extLst>
                    <a:ext uri="{9D8B030D-6E8A-4147-A177-3AD203B41FA5}">
                      <a16:colId xmlns:a16="http://schemas.microsoft.com/office/drawing/2014/main" val="20002"/>
                    </a:ext>
                  </a:extLst>
                </a:gridCol>
              </a:tblGrid>
              <a:tr h="129925">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Negative impact</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Failure/Negative Scenario</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Risk Elimination/Minimization/Prevention</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081825">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Run-over</a:t>
                      </a:r>
                      <a:endParaRPr sz="1039" b="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Bodily injury</a:t>
                      </a:r>
                      <a:endParaRPr sz="1039" b="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Sliding</a:t>
                      </a:r>
                      <a:endParaRPr sz="1039" b="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The broken pieces</a:t>
                      </a:r>
                      <a:endParaRPr sz="1039" b="0"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Operation by unauthorized / inexperienced personnel</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Injury to workers during work transition</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Workers falling from engineering equipment</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Overturning of engineering mechanical equipment</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37598" algn="l" rtl="0">
                        <a:lnSpc>
                          <a:spcPct val="107000"/>
                        </a:lnSpc>
                        <a:spcBef>
                          <a:spcPts val="0"/>
                        </a:spcBef>
                        <a:spcAft>
                          <a:spcPts val="0"/>
                        </a:spcAft>
                        <a:buClr>
                          <a:schemeClr val="dk1"/>
                        </a:buClr>
                        <a:buSzPts val="1039"/>
                        <a:buFont typeface="Noto Sans Symbols"/>
                        <a:buNone/>
                      </a:pPr>
                      <a:r>
                        <a:rPr lang="iw" sz="1039" b="1" u="none" strike="noStrike" cap="none">
                          <a:latin typeface="Aharoni"/>
                          <a:ea typeface="Aharoni"/>
                          <a:cs typeface="Aharoni"/>
                          <a:sym typeface="Aharoni"/>
                        </a:rPr>
                        <a:t>Operation of engineering mechanical equipment only by licensed and experienced personnel</a:t>
                      </a:r>
                      <a:endParaRPr sz="1039" b="1" u="none" strike="noStrike" cap="none">
                        <a:latin typeface="Aharoni"/>
                        <a:ea typeface="Aharoni"/>
                        <a:cs typeface="Aharoni"/>
                        <a:sym typeface="Aharoni"/>
                      </a:endParaRPr>
                    </a:p>
                    <a:p>
                      <a:pPr marL="290399" marR="0" lvl="0" indent="-237598" algn="l" rtl="0">
                        <a:lnSpc>
                          <a:spcPct val="107000"/>
                        </a:lnSpc>
                        <a:spcBef>
                          <a:spcPts val="0"/>
                        </a:spcBef>
                        <a:spcAft>
                          <a:spcPts val="0"/>
                        </a:spcAft>
                        <a:buClr>
                          <a:schemeClr val="dk1"/>
                        </a:buClr>
                        <a:buSzPts val="1039"/>
                        <a:buFont typeface="Noto Sans Symbols"/>
                        <a:buNone/>
                      </a:pPr>
                      <a:r>
                        <a:rPr lang="iw" sz="1039" b="1" u="none" strike="noStrike" cap="none">
                          <a:latin typeface="Aharoni"/>
                          <a:ea typeface="Aharoni"/>
                          <a:cs typeface="Aharoni"/>
                          <a:sym typeface="Aharoni"/>
                        </a:rPr>
                        <a:t>Engineering mechanical equipment will have a reverse horn, headlights, luminous stripes and a checker</a:t>
                      </a:r>
                      <a:endParaRPr sz="1039" b="1" u="none" strike="noStrike" cap="none">
                        <a:latin typeface="Aharoni"/>
                        <a:ea typeface="Aharoni"/>
                        <a:cs typeface="Aharoni"/>
                        <a:sym typeface="Aharoni"/>
                      </a:endParaRPr>
                    </a:p>
                    <a:p>
                      <a:pPr marL="290399" marR="0" lvl="0" indent="-237598" algn="l" rtl="0">
                        <a:lnSpc>
                          <a:spcPct val="107000"/>
                        </a:lnSpc>
                        <a:spcBef>
                          <a:spcPts val="0"/>
                        </a:spcBef>
                        <a:spcAft>
                          <a:spcPts val="0"/>
                        </a:spcAft>
                        <a:buClr>
                          <a:schemeClr val="dk1"/>
                        </a:buClr>
                        <a:buSzPts val="1039"/>
                        <a:buFont typeface="Noto Sans Symbols"/>
                        <a:buNone/>
                      </a:pPr>
                      <a:r>
                        <a:rPr lang="iw" sz="1039" b="1" u="none" strike="noStrike" cap="none">
                          <a:latin typeface="Aharoni"/>
                          <a:ea typeface="Aharoni"/>
                          <a:cs typeface="Aharoni"/>
                          <a:sym typeface="Aharoni"/>
                        </a:rPr>
                        <a:t>When moving or working, be alert and maintain a safety distance, approach engineering mechanical equipment with eye contact with the operator</a:t>
                      </a:r>
                      <a:endParaRPr sz="1039" b="1" u="none" strike="noStrike" cap="none">
                        <a:latin typeface="Aharoni"/>
                        <a:ea typeface="Aharoni"/>
                        <a:cs typeface="Aharoni"/>
                        <a:sym typeface="Aharoni"/>
                      </a:endParaRPr>
                    </a:p>
                    <a:p>
                      <a:pPr marL="290399" marR="0" lvl="0" indent="-237598" algn="l" rtl="0">
                        <a:lnSpc>
                          <a:spcPct val="107000"/>
                        </a:lnSpc>
                        <a:spcBef>
                          <a:spcPts val="0"/>
                        </a:spcBef>
                        <a:spcAft>
                          <a:spcPts val="0"/>
                        </a:spcAft>
                        <a:buClr>
                          <a:schemeClr val="dk1"/>
                        </a:buClr>
                        <a:buSzPts val="1039"/>
                        <a:buFont typeface="Noto Sans Symbols"/>
                        <a:buNone/>
                      </a:pPr>
                      <a:r>
                        <a:rPr lang="iw" sz="1039" b="1" u="none" strike="noStrike" cap="none">
                          <a:latin typeface="Aharoni"/>
                          <a:ea typeface="Aharoni"/>
                          <a:cs typeface="Aharoni"/>
                          <a:sym typeface="Aharoni"/>
                        </a:rPr>
                        <a:t>Beware of engineering mechanical equipment that is traveling in reverse, traveling in reverse with an escort</a:t>
                      </a:r>
                      <a:endParaRPr sz="1039" b="1" u="none" strike="noStrike" cap="none">
                        <a:latin typeface="Aharoni"/>
                        <a:ea typeface="Aharoni"/>
                        <a:cs typeface="Aharoni"/>
                        <a:sym typeface="Aharoni"/>
                      </a:endParaRPr>
                    </a:p>
                    <a:p>
                      <a:pPr marL="290399" marR="0" lvl="0" indent="-237598" algn="l" rtl="0">
                        <a:lnSpc>
                          <a:spcPct val="107000"/>
                        </a:lnSpc>
                        <a:spcBef>
                          <a:spcPts val="0"/>
                        </a:spcBef>
                        <a:spcAft>
                          <a:spcPts val="0"/>
                        </a:spcAft>
                        <a:buClr>
                          <a:schemeClr val="dk1"/>
                        </a:buClr>
                        <a:buSzPts val="1039"/>
                        <a:buFont typeface="Noto Sans Symbols"/>
                        <a:buNone/>
                      </a:pPr>
                      <a:r>
                        <a:rPr lang="iw" sz="1039" b="1" u="none" strike="noStrike" cap="none">
                          <a:latin typeface="Aharoni"/>
                          <a:ea typeface="Aharoni"/>
                          <a:cs typeface="Aharoni"/>
                          <a:sym typeface="Aharoni"/>
                        </a:rPr>
                        <a:t>Maximum speed 10 km/h, boarding / disembarking from the vehicle from the designated places</a:t>
                      </a:r>
                      <a:endParaRPr sz="1039" b="1" u="none" strike="noStrike" cap="none">
                        <a:latin typeface="Aharoni"/>
                        <a:ea typeface="Aharoni"/>
                        <a:cs typeface="Aharoni"/>
                        <a:sym typeface="Aharoni"/>
                      </a:endParaRPr>
                    </a:p>
                    <a:p>
                      <a:pPr marL="290399" marR="0" lvl="0" indent="-237598" algn="l" rtl="0">
                        <a:lnSpc>
                          <a:spcPct val="107000"/>
                        </a:lnSpc>
                        <a:spcBef>
                          <a:spcPts val="0"/>
                        </a:spcBef>
                        <a:spcAft>
                          <a:spcPts val="0"/>
                        </a:spcAft>
                        <a:buClr>
                          <a:schemeClr val="dk1"/>
                        </a:buClr>
                        <a:buSzPts val="1039"/>
                        <a:buFont typeface="Noto Sans Symbols"/>
                        <a:buNone/>
                      </a:pPr>
                      <a:endParaRPr sz="1039" b="1"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99" name="Google Shape;99;p1"/>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iw"/>
              <a:t>Employee Safety Instructions</a:t>
            </a:r>
            <a:endParaRPr/>
          </a:p>
        </p:txBody>
      </p:sp>
      <p:pic>
        <p:nvPicPr>
          <p:cNvPr id="3" name="תמונה 2">
            <a:extLst>
              <a:ext uri="{FF2B5EF4-FFF2-40B4-BE49-F238E27FC236}">
                <a16:creationId xmlns:a16="http://schemas.microsoft.com/office/drawing/2014/main" id="{0E71DFC0-28F0-6A3F-A18D-CE02A9D77417}"/>
              </a:ext>
            </a:extLst>
          </p:cNvPr>
          <p:cNvPicPr>
            <a:picLocks noChangeAspect="1"/>
          </p:cNvPicPr>
          <p:nvPr/>
        </p:nvPicPr>
        <p:blipFill>
          <a:blip r:embed="rId5"/>
          <a:stretch>
            <a:fillRect/>
          </a:stretch>
        </p:blipFill>
        <p:spPr>
          <a:xfrm>
            <a:off x="223818" y="84114"/>
            <a:ext cx="2012422" cy="70975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
          <p:cNvSpPr txBox="1">
            <a:spLocks noGrp="1"/>
          </p:cNvSpPr>
          <p:nvPr>
            <p:ph type="title"/>
          </p:nvPr>
        </p:nvSpPr>
        <p:spPr>
          <a:xfrm>
            <a:off x="0" y="908326"/>
            <a:ext cx="7560000" cy="366300"/>
          </a:xfrm>
          <a:prstGeom prst="rect">
            <a:avLst/>
          </a:prstGeom>
          <a:noFill/>
          <a:ln>
            <a:noFill/>
          </a:ln>
        </p:spPr>
        <p:txBody>
          <a:bodyPr spcFirstLastPara="1" wrap="square" lIns="91425" tIns="45700" rIns="91425" bIns="45700" anchor="ctr" anchorCtr="0">
            <a:noAutofit/>
          </a:bodyPr>
          <a:lstStyle/>
          <a:p>
            <a:pPr marL="0" lvl="0" indent="0" algn="ctr" rtl="1">
              <a:lnSpc>
                <a:spcPct val="90000"/>
              </a:lnSpc>
              <a:spcBef>
                <a:spcPts val="0"/>
              </a:spcBef>
              <a:spcAft>
                <a:spcPts val="0"/>
              </a:spcAft>
              <a:buClr>
                <a:schemeClr val="dk1"/>
              </a:buClr>
              <a:buSzPts val="1980"/>
              <a:buFont typeface="Aharoni"/>
              <a:buNone/>
            </a:pPr>
            <a:r>
              <a:rPr lang="iw" sz="1600" b="1" u="sng">
                <a:latin typeface="Aharoni"/>
                <a:ea typeface="Aharoni"/>
                <a:cs typeface="Aharoni"/>
                <a:sym typeface="Aharoni"/>
              </a:rPr>
              <a:t>Summary of safety training and safety instructions for working on a construction site </a:t>
            </a:r>
            <a:endParaRPr sz="2400"/>
          </a:p>
        </p:txBody>
      </p:sp>
      <p:sp>
        <p:nvSpPr>
          <p:cNvPr id="105" name="Google Shape;105;p2"/>
          <p:cNvSpPr txBox="1">
            <a:spLocks noGrp="1"/>
          </p:cNvSpPr>
          <p:nvPr>
            <p:ph type="body" idx="1"/>
          </p:nvPr>
        </p:nvSpPr>
        <p:spPr>
          <a:xfrm>
            <a:off x="-157916" y="1442952"/>
            <a:ext cx="7560000" cy="491100"/>
          </a:xfrm>
          <a:prstGeom prst="rect">
            <a:avLst/>
          </a:prstGeom>
          <a:noFill/>
          <a:ln>
            <a:noFill/>
          </a:ln>
        </p:spPr>
        <p:txBody>
          <a:bodyPr spcFirstLastPara="1" wrap="square" lIns="91425" tIns="45700" rIns="91425" bIns="45700" anchor="t" anchorCtr="0">
            <a:noAutofit/>
          </a:bodyPr>
          <a:lstStyle/>
          <a:p>
            <a:pPr marL="0" lvl="0" indent="0" algn="r" rtl="1">
              <a:lnSpc>
                <a:spcPct val="90000"/>
              </a:lnSpc>
              <a:spcBef>
                <a:spcPts val="0"/>
              </a:spcBef>
              <a:spcAft>
                <a:spcPts val="0"/>
              </a:spcAft>
              <a:buClr>
                <a:schemeClr val="dk1"/>
              </a:buClr>
              <a:buSzPts val="2800"/>
              <a:buNone/>
            </a:pPr>
            <a:r>
              <a:rPr lang="iw" sz="2400" b="1" u="sng">
                <a:latin typeface="Aharoni"/>
                <a:ea typeface="Aharoni"/>
                <a:cs typeface="Aharoni"/>
                <a:sym typeface="Aharoni"/>
              </a:rPr>
              <a:t>Working at Height</a:t>
            </a:r>
            <a:endParaRPr sz="2000"/>
          </a:p>
        </p:txBody>
      </p:sp>
      <p:graphicFrame>
        <p:nvGraphicFramePr>
          <p:cNvPr id="106" name="Google Shape;106;p2"/>
          <p:cNvGraphicFramePr/>
          <p:nvPr/>
        </p:nvGraphicFramePr>
        <p:xfrm>
          <a:off x="157937" y="2694550"/>
          <a:ext cx="7244150" cy="4570540"/>
        </p:xfrm>
        <a:graphic>
          <a:graphicData uri="http://schemas.openxmlformats.org/drawingml/2006/table">
            <a:tbl>
              <a:tblPr firstRow="1" firstCol="1" bandRow="1">
                <a:noFill/>
                <a:tableStyleId>{4DBE5B9F-3176-4AB3-A1B5-CF93A4E41C66}</a:tableStyleId>
              </a:tblPr>
              <a:tblGrid>
                <a:gridCol w="1863550">
                  <a:extLst>
                    <a:ext uri="{9D8B030D-6E8A-4147-A177-3AD203B41FA5}">
                      <a16:colId xmlns:a16="http://schemas.microsoft.com/office/drawing/2014/main" val="20000"/>
                    </a:ext>
                  </a:extLst>
                </a:gridCol>
                <a:gridCol w="2129775">
                  <a:extLst>
                    <a:ext uri="{9D8B030D-6E8A-4147-A177-3AD203B41FA5}">
                      <a16:colId xmlns:a16="http://schemas.microsoft.com/office/drawing/2014/main" val="20001"/>
                    </a:ext>
                  </a:extLst>
                </a:gridCol>
                <a:gridCol w="3250825">
                  <a:extLst>
                    <a:ext uri="{9D8B030D-6E8A-4147-A177-3AD203B41FA5}">
                      <a16:colId xmlns:a16="http://schemas.microsoft.com/office/drawing/2014/main" val="20002"/>
                    </a:ext>
                  </a:extLst>
                </a:gridCol>
              </a:tblGrid>
              <a:tr h="129925">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Negative impact</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Failure/Negative Scenario</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Risk Elimination/Minimization/Prevention</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081825">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Falling from high levels and scaffolding</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Falling from work at height equipment such as platforms and ladders</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Electric shock at height</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An employee who is not qualified or skilled to perform work at height</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Incorrect/incorrect/inappropriate work equipment</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No standard and safe guardrail to prevent falls</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Failure at anchor point</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Definition: Working at height with a risk of falling to a depth of 2 m</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No standard guardrail, tilting the human body beyond the guardrail, from work equipment height of the lifting basket</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Mechanized scaffolding lifting basket</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Personal protective equipment and aids for working at height: will be checked before use, work according to work at height regulations and manufacturer's instructions. Report any defect or defect</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Ladders: climbing up to a meter from the top edge, walking prohibited, not for prolonged work</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Scaffolding platforms and baskets: work with the permission of the foreman</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Scaffolding/work surfaces: do not disassemble parts, at least 60 cm wide, climbing/descending from ladders, do not place a ladder on the scaffold</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General: work in suitable weather and lighting conditions for work and operation of equipment, anchor point 1.5 tons, work at a height of at least two people, mandatory use of a helmet with santeria, full body harness, fall prevention/bracing security system</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07" name="Google Shape;107;p2"/>
          <p:cNvSpPr txBox="1"/>
          <p:nvPr/>
        </p:nvSpPr>
        <p:spPr>
          <a:xfrm>
            <a:off x="-7096" y="1942861"/>
            <a:ext cx="1512000" cy="561900"/>
          </a:xfrm>
          <a:prstGeom prst="rect">
            <a:avLst/>
          </a:prstGeom>
          <a:noFill/>
          <a:ln>
            <a:noFill/>
          </a:ln>
        </p:spPr>
        <p:txBody>
          <a:bodyPr spcFirstLastPara="1" wrap="square" lIns="91425" tIns="45700" rIns="91425" bIns="45700" anchor="t" anchorCtr="0">
            <a:noAutofit/>
          </a:bodyPr>
          <a:lstStyle/>
          <a:p>
            <a:pPr marL="0" marR="0" lvl="0" indent="0" algn="ctr" rtl="1">
              <a:lnSpc>
                <a:spcPct val="90000"/>
              </a:lnSpc>
              <a:spcBef>
                <a:spcPts val="750"/>
              </a:spcBef>
              <a:spcAft>
                <a:spcPts val="0"/>
              </a:spcAft>
              <a:buClr>
                <a:srgbClr val="FF0000"/>
              </a:buClr>
              <a:buSzPts val="1200"/>
              <a:buFont typeface="Arial"/>
              <a:buNone/>
            </a:pPr>
            <a:r>
              <a:rPr lang="iw" sz="1200" b="1" i="0" u="none" strike="noStrike" cap="none">
                <a:solidFill>
                  <a:schemeClr val="dk1"/>
                </a:solidFill>
                <a:latin typeface="Aharoni"/>
                <a:ea typeface="Aharoni"/>
                <a:cs typeface="Aharoni"/>
                <a:sym typeface="Aharoni"/>
              </a:rPr>
              <a:t>Damaged ladder</a:t>
            </a:r>
            <a:endParaRPr sz="1200" b="1" i="0" u="none" strike="noStrike" cap="none">
              <a:solidFill>
                <a:schemeClr val="dk1"/>
              </a:solidFill>
              <a:latin typeface="Aharoni"/>
              <a:ea typeface="Aharoni"/>
              <a:cs typeface="Aharoni"/>
              <a:sym typeface="Aharoni"/>
            </a:endParaRPr>
          </a:p>
          <a:p>
            <a:pPr marL="0" marR="0" lvl="0" indent="0" algn="ctr" rtl="1">
              <a:lnSpc>
                <a:spcPct val="90000"/>
              </a:lnSpc>
              <a:spcBef>
                <a:spcPts val="750"/>
              </a:spcBef>
              <a:spcAft>
                <a:spcPts val="0"/>
              </a:spcAft>
              <a:buClr>
                <a:srgbClr val="FF0000"/>
              </a:buClr>
              <a:buSzPts val="1200"/>
              <a:buFont typeface="Arial"/>
              <a:buNone/>
            </a:pPr>
            <a:r>
              <a:rPr lang="iw" sz="1200" b="1" i="0" u="none" strike="noStrike" cap="none">
                <a:solidFill>
                  <a:schemeClr val="dk1"/>
                </a:solidFill>
                <a:latin typeface="Aharoni"/>
                <a:ea typeface="Aharoni"/>
                <a:cs typeface="Aharoni"/>
                <a:sym typeface="Aharoni"/>
              </a:rPr>
              <a:t>Use prohibited</a:t>
            </a:r>
            <a:endParaRPr sz="1200" b="1" i="0" u="none" strike="noStrike" cap="none">
              <a:solidFill>
                <a:schemeClr val="dk1"/>
              </a:solidFill>
              <a:latin typeface="Aharoni"/>
              <a:ea typeface="Aharoni"/>
              <a:cs typeface="Aharoni"/>
              <a:sym typeface="Aharoni"/>
            </a:endParaRPr>
          </a:p>
        </p:txBody>
      </p:sp>
      <p:sp>
        <p:nvSpPr>
          <p:cNvPr id="108" name="Google Shape;108;p2"/>
          <p:cNvSpPr txBox="1"/>
          <p:nvPr/>
        </p:nvSpPr>
        <p:spPr>
          <a:xfrm>
            <a:off x="1386207" y="2034112"/>
            <a:ext cx="1161900" cy="356400"/>
          </a:xfrm>
          <a:prstGeom prst="rect">
            <a:avLst/>
          </a:prstGeom>
          <a:noFill/>
          <a:ln>
            <a:noFill/>
          </a:ln>
        </p:spPr>
        <p:txBody>
          <a:bodyPr spcFirstLastPara="1" wrap="square" lIns="91425" tIns="45700" rIns="91425" bIns="45700" anchor="t" anchorCtr="0">
            <a:noAutofit/>
          </a:bodyPr>
          <a:lstStyle/>
          <a:p>
            <a:pPr marL="0" marR="0" lvl="0" indent="0" algn="ctr" rtl="1">
              <a:lnSpc>
                <a:spcPct val="90000"/>
              </a:lnSpc>
              <a:spcBef>
                <a:spcPts val="0"/>
              </a:spcBef>
              <a:spcAft>
                <a:spcPts val="0"/>
              </a:spcAft>
              <a:buClr>
                <a:schemeClr val="dk1"/>
              </a:buClr>
              <a:buSzPts val="1470"/>
              <a:buFont typeface="Arial"/>
              <a:buNone/>
            </a:pPr>
            <a:r>
              <a:rPr lang="iw" sz="1200" b="1" i="0" u="none" strike="noStrike" cap="none">
                <a:solidFill>
                  <a:schemeClr val="dk1"/>
                </a:solidFill>
                <a:latin typeface="Aharoni"/>
                <a:ea typeface="Aharoni"/>
                <a:cs typeface="Aharoni"/>
                <a:sym typeface="Aharoni"/>
              </a:rPr>
              <a:t>Beware of falling</a:t>
            </a:r>
            <a:endParaRPr sz="800" b="0" i="0" u="none" strike="noStrike" cap="none">
              <a:solidFill>
                <a:srgbClr val="000000"/>
              </a:solidFill>
              <a:latin typeface="Arial"/>
              <a:ea typeface="Arial"/>
              <a:cs typeface="Arial"/>
              <a:sym typeface="Arial"/>
            </a:endParaRPr>
          </a:p>
        </p:txBody>
      </p:sp>
      <p:cxnSp>
        <p:nvCxnSpPr>
          <p:cNvPr id="109" name="Google Shape;109;p2"/>
          <p:cNvCxnSpPr/>
          <p:nvPr/>
        </p:nvCxnSpPr>
        <p:spPr>
          <a:xfrm>
            <a:off x="0" y="7685171"/>
            <a:ext cx="7560000" cy="0"/>
          </a:xfrm>
          <a:prstGeom prst="straightConnector1">
            <a:avLst/>
          </a:prstGeom>
          <a:noFill/>
          <a:ln w="38100" cap="flat" cmpd="sng">
            <a:solidFill>
              <a:schemeClr val="dk1"/>
            </a:solidFill>
            <a:prstDash val="solid"/>
            <a:miter lim="800000"/>
            <a:headEnd type="none" w="sm" len="sm"/>
            <a:tailEnd type="none" w="sm" len="sm"/>
          </a:ln>
        </p:spPr>
      </p:cxnSp>
      <p:pic>
        <p:nvPicPr>
          <p:cNvPr id="110" name="Google Shape;110;p2"/>
          <p:cNvPicPr preferRelativeResize="0"/>
          <p:nvPr/>
        </p:nvPicPr>
        <p:blipFill rotWithShape="1">
          <a:blip r:embed="rId3">
            <a:alphaModFix/>
          </a:blip>
          <a:srcRect r="60080"/>
          <a:stretch/>
        </p:blipFill>
        <p:spPr>
          <a:xfrm>
            <a:off x="302451" y="1430173"/>
            <a:ext cx="892907" cy="618217"/>
          </a:xfrm>
          <a:prstGeom prst="rect">
            <a:avLst/>
          </a:prstGeom>
          <a:noFill/>
          <a:ln>
            <a:noFill/>
          </a:ln>
        </p:spPr>
      </p:pic>
      <p:pic>
        <p:nvPicPr>
          <p:cNvPr id="111" name="Google Shape;111;p2"/>
          <p:cNvPicPr preferRelativeResize="0"/>
          <p:nvPr/>
        </p:nvPicPr>
        <p:blipFill rotWithShape="1">
          <a:blip r:embed="rId3">
            <a:alphaModFix/>
          </a:blip>
          <a:srcRect l="53635"/>
          <a:stretch/>
        </p:blipFill>
        <p:spPr>
          <a:xfrm>
            <a:off x="1392299" y="1425769"/>
            <a:ext cx="1037110" cy="618217"/>
          </a:xfrm>
          <a:prstGeom prst="rect">
            <a:avLst/>
          </a:prstGeom>
          <a:noFill/>
          <a:ln>
            <a:noFill/>
          </a:ln>
        </p:spPr>
      </p:pic>
      <p:sp>
        <p:nvSpPr>
          <p:cNvPr id="112" name="Google Shape;112;p2"/>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iw"/>
              <a:t>Employee Safety Instructions</a:t>
            </a:r>
            <a:endParaRPr/>
          </a:p>
        </p:txBody>
      </p:sp>
      <p:pic>
        <p:nvPicPr>
          <p:cNvPr id="3" name="תמונה 2">
            <a:extLst>
              <a:ext uri="{FF2B5EF4-FFF2-40B4-BE49-F238E27FC236}">
                <a16:creationId xmlns:a16="http://schemas.microsoft.com/office/drawing/2014/main" id="{9162E179-15F4-AACC-2E43-763D15ED026D}"/>
              </a:ext>
            </a:extLst>
          </p:cNvPr>
          <p:cNvPicPr>
            <a:picLocks noChangeAspect="1"/>
          </p:cNvPicPr>
          <p:nvPr/>
        </p:nvPicPr>
        <p:blipFill>
          <a:blip r:embed="rId4"/>
          <a:stretch>
            <a:fillRect/>
          </a:stretch>
        </p:blipFill>
        <p:spPr>
          <a:xfrm>
            <a:off x="223818" y="84114"/>
            <a:ext cx="2012422" cy="70975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graphicFrame>
        <p:nvGraphicFramePr>
          <p:cNvPr id="118" name="Google Shape;118;p3"/>
          <p:cNvGraphicFramePr/>
          <p:nvPr/>
        </p:nvGraphicFramePr>
        <p:xfrm>
          <a:off x="116253" y="2040569"/>
          <a:ext cx="7244150" cy="3723132"/>
        </p:xfrm>
        <a:graphic>
          <a:graphicData uri="http://schemas.openxmlformats.org/drawingml/2006/table">
            <a:tbl>
              <a:tblPr firstRow="1" firstCol="1" bandRow="1">
                <a:noFill/>
                <a:tableStyleId>{4DBE5B9F-3176-4AB3-A1B5-CF93A4E41C66}</a:tableStyleId>
              </a:tblPr>
              <a:tblGrid>
                <a:gridCol w="1863550">
                  <a:extLst>
                    <a:ext uri="{9D8B030D-6E8A-4147-A177-3AD203B41FA5}">
                      <a16:colId xmlns:a16="http://schemas.microsoft.com/office/drawing/2014/main" val="20000"/>
                    </a:ext>
                  </a:extLst>
                </a:gridCol>
                <a:gridCol w="2129775">
                  <a:extLst>
                    <a:ext uri="{9D8B030D-6E8A-4147-A177-3AD203B41FA5}">
                      <a16:colId xmlns:a16="http://schemas.microsoft.com/office/drawing/2014/main" val="20001"/>
                    </a:ext>
                  </a:extLst>
                </a:gridCol>
                <a:gridCol w="3250825">
                  <a:extLst>
                    <a:ext uri="{9D8B030D-6E8A-4147-A177-3AD203B41FA5}">
                      <a16:colId xmlns:a16="http://schemas.microsoft.com/office/drawing/2014/main" val="20002"/>
                    </a:ext>
                  </a:extLst>
                </a:gridCol>
              </a:tblGrid>
              <a:tr h="129925">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Negative impact</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Failure/Negative Scenario</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Risk Elimination/Minimization/Prevention</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081825">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Electric Shock</a:t>
                      </a:r>
                      <a:endParaRPr sz="1039" b="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Burns\Eye Injuries\Arc Flash Fire</a:t>
                      </a:r>
                      <a:endParaRPr sz="1039" b="0"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Use of faulty or incorrect electrical equipment</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Repairs by unauthorized persons</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Damage to cables and electrical infrastructure</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Electrical shock from live electricity</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Extension cord in a wet environment</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b="1" u="none" strike="noStrike" cap="none" dirty="0">
                          <a:latin typeface="Aharoni"/>
                          <a:ea typeface="Aharoni"/>
                          <a:cs typeface="Aharoni"/>
                          <a:sym typeface="Aharoni"/>
                        </a:rPr>
                        <a:t>Electrical equipment: Use according to its intended purpose and according to manufacturer's instructions, will be inspected by a certified electrician and before use, if not working properly, work must be stopped and the foreman must be notified, do not dismantle shields and guards, repairs by authorized persons, do not operate in a wet environment, the employee must be knowledgeable in operating the equipment</a:t>
                      </a:r>
                      <a:endParaRPr sz="1039" b="1" u="none" strike="noStrike" cap="none" dirty="0">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b="1" u="none" strike="noStrike" cap="none" dirty="0">
                          <a:latin typeface="Aharoni"/>
                          <a:ea typeface="Aharoni"/>
                          <a:cs typeface="Aharoni"/>
                          <a:sym typeface="Aharoni"/>
                        </a:rPr>
                        <a:t>Cables: double insulation, not on the floor or in a wet environment, industrial socket/plug, feed through a conduit, connect after deployment, disconnect before folding</a:t>
                      </a:r>
                      <a:endParaRPr sz="1039" b="1" u="none" strike="noStrike" cap="none" dirty="0">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b="1" u="none" strike="noStrike" cap="none" dirty="0">
                          <a:latin typeface="Aharoni"/>
                          <a:ea typeface="Aharoni"/>
                          <a:cs typeface="Aharoni"/>
                          <a:sym typeface="Aharoni"/>
                        </a:rPr>
                        <a:t>Electrical work: not with live voltage, under the supervision of a licensed electrician, lock the power sources and switch them off, do not perform in a wet environment and without sufficient lighting and in dangerous weather, maintain a distance of at least 5 m from an overhead network</a:t>
                      </a:r>
                      <a:endParaRPr sz="1039" b="1" u="none" strike="noStrike" cap="none" dirty="0">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19" name="Google Shape;119;p3"/>
          <p:cNvSpPr txBox="1"/>
          <p:nvPr/>
        </p:nvSpPr>
        <p:spPr>
          <a:xfrm>
            <a:off x="147202" y="1689264"/>
            <a:ext cx="1078800" cy="395100"/>
          </a:xfrm>
          <a:prstGeom prst="rect">
            <a:avLst/>
          </a:prstGeom>
          <a:noFill/>
          <a:ln>
            <a:noFill/>
          </a:ln>
        </p:spPr>
        <p:txBody>
          <a:bodyPr spcFirstLastPara="1" wrap="square" lIns="91425" tIns="45700" rIns="91425" bIns="45700" anchor="t" anchorCtr="0">
            <a:noAutofit/>
          </a:bodyPr>
          <a:lstStyle/>
          <a:p>
            <a:pPr marL="0" marR="0" lvl="0" indent="0" algn="ctr" rtl="1">
              <a:lnSpc>
                <a:spcPct val="70000"/>
              </a:lnSpc>
              <a:spcBef>
                <a:spcPts val="750"/>
              </a:spcBef>
              <a:spcAft>
                <a:spcPts val="0"/>
              </a:spcAft>
              <a:buClr>
                <a:schemeClr val="dk1"/>
              </a:buClr>
              <a:buSzPts val="875"/>
              <a:buFont typeface="Arial"/>
              <a:buNone/>
            </a:pPr>
            <a:r>
              <a:rPr lang="iw" sz="1200" b="1" i="0" u="none" strike="noStrike" cap="none">
                <a:solidFill>
                  <a:srgbClr val="FF0000"/>
                </a:solidFill>
                <a:latin typeface="Aharoni"/>
                <a:ea typeface="Aharoni"/>
                <a:cs typeface="Aharoni"/>
                <a:sym typeface="Aharoni"/>
              </a:rPr>
              <a:t>Danger!</a:t>
            </a:r>
            <a:endParaRPr sz="1200" b="1" i="0" u="none" strike="noStrike" cap="none">
              <a:solidFill>
                <a:srgbClr val="FF0000"/>
              </a:solidFill>
              <a:latin typeface="Aharoni"/>
              <a:ea typeface="Aharoni"/>
              <a:cs typeface="Aharoni"/>
              <a:sym typeface="Aharoni"/>
            </a:endParaRPr>
          </a:p>
          <a:p>
            <a:pPr marL="0" marR="0" lvl="0" indent="0" algn="ctr" rtl="1">
              <a:lnSpc>
                <a:spcPct val="70000"/>
              </a:lnSpc>
              <a:spcBef>
                <a:spcPts val="750"/>
              </a:spcBef>
              <a:spcAft>
                <a:spcPts val="0"/>
              </a:spcAft>
              <a:buClr>
                <a:schemeClr val="dk1"/>
              </a:buClr>
              <a:buSzPts val="875"/>
              <a:buFont typeface="Arial"/>
              <a:buNone/>
            </a:pPr>
            <a:endParaRPr sz="1200" b="1" i="0" u="none" strike="noStrike" cap="none">
              <a:solidFill>
                <a:srgbClr val="FF0000"/>
              </a:solidFill>
              <a:latin typeface="Aharoni"/>
              <a:ea typeface="Aharoni"/>
              <a:cs typeface="Aharoni"/>
              <a:sym typeface="Aharoni"/>
            </a:endParaRPr>
          </a:p>
        </p:txBody>
      </p:sp>
      <p:sp>
        <p:nvSpPr>
          <p:cNvPr id="120" name="Google Shape;120;p3"/>
          <p:cNvSpPr txBox="1"/>
          <p:nvPr/>
        </p:nvSpPr>
        <p:spPr>
          <a:xfrm>
            <a:off x="-24921" y="727777"/>
            <a:ext cx="7560000" cy="490200"/>
          </a:xfrm>
          <a:prstGeom prst="rect">
            <a:avLst/>
          </a:prstGeom>
          <a:noFill/>
          <a:ln>
            <a:noFill/>
          </a:ln>
        </p:spPr>
        <p:txBody>
          <a:bodyPr spcFirstLastPara="1" wrap="square" lIns="91425" tIns="45700" rIns="91425" bIns="45700" anchor="t" anchorCtr="0">
            <a:noAutofit/>
          </a:bodyPr>
          <a:lstStyle/>
          <a:p>
            <a:pPr marL="0" marR="0" lvl="0" indent="0" algn="r" rtl="1">
              <a:lnSpc>
                <a:spcPct val="90000"/>
              </a:lnSpc>
              <a:spcBef>
                <a:spcPts val="0"/>
              </a:spcBef>
              <a:spcAft>
                <a:spcPts val="0"/>
              </a:spcAft>
              <a:buClr>
                <a:schemeClr val="dk1"/>
              </a:buClr>
              <a:buSzPts val="2800"/>
              <a:buFont typeface="Arial"/>
              <a:buNone/>
            </a:pPr>
            <a:r>
              <a:rPr lang="iw" sz="2400" b="1" i="0" u="sng" strike="noStrike" cap="none" dirty="0">
                <a:solidFill>
                  <a:schemeClr val="dk1"/>
                </a:solidFill>
                <a:latin typeface="Aharoni"/>
                <a:ea typeface="Aharoni"/>
                <a:cs typeface="Aharoni"/>
                <a:sym typeface="Aharoni"/>
              </a:rPr>
              <a:t>Electricity and moving electrical equipment</a:t>
            </a:r>
            <a:endParaRPr sz="1200" b="0" i="0" u="none" strike="noStrike" cap="none" dirty="0">
              <a:solidFill>
                <a:srgbClr val="000000"/>
              </a:solidFill>
              <a:latin typeface="Arial"/>
              <a:ea typeface="Arial"/>
              <a:cs typeface="Arial"/>
              <a:sym typeface="Arial"/>
            </a:endParaRPr>
          </a:p>
        </p:txBody>
      </p:sp>
      <p:pic>
        <p:nvPicPr>
          <p:cNvPr id="121" name="Google Shape;121;p3"/>
          <p:cNvPicPr preferRelativeResize="0"/>
          <p:nvPr/>
        </p:nvPicPr>
        <p:blipFill rotWithShape="1">
          <a:blip r:embed="rId3">
            <a:alphaModFix/>
          </a:blip>
          <a:srcRect r="54901"/>
          <a:stretch/>
        </p:blipFill>
        <p:spPr>
          <a:xfrm>
            <a:off x="228903" y="1068789"/>
            <a:ext cx="966150" cy="668343"/>
          </a:xfrm>
          <a:prstGeom prst="rect">
            <a:avLst/>
          </a:prstGeom>
          <a:noFill/>
          <a:ln>
            <a:noFill/>
          </a:ln>
        </p:spPr>
      </p:pic>
      <p:pic>
        <p:nvPicPr>
          <p:cNvPr id="122" name="Google Shape;122;p3"/>
          <p:cNvPicPr preferRelativeResize="0"/>
          <p:nvPr/>
        </p:nvPicPr>
        <p:blipFill rotWithShape="1">
          <a:blip r:embed="rId3">
            <a:alphaModFix/>
          </a:blip>
          <a:srcRect l="59313"/>
          <a:stretch/>
        </p:blipFill>
        <p:spPr>
          <a:xfrm>
            <a:off x="1433153" y="1068790"/>
            <a:ext cx="871649" cy="668343"/>
          </a:xfrm>
          <a:prstGeom prst="rect">
            <a:avLst/>
          </a:prstGeom>
          <a:noFill/>
          <a:ln>
            <a:noFill/>
          </a:ln>
        </p:spPr>
      </p:pic>
      <p:sp>
        <p:nvSpPr>
          <p:cNvPr id="123" name="Google Shape;123;p3"/>
          <p:cNvSpPr txBox="1"/>
          <p:nvPr/>
        </p:nvSpPr>
        <p:spPr>
          <a:xfrm>
            <a:off x="1329577" y="1660994"/>
            <a:ext cx="1078800" cy="395100"/>
          </a:xfrm>
          <a:prstGeom prst="rect">
            <a:avLst/>
          </a:prstGeom>
          <a:noFill/>
          <a:ln>
            <a:noFill/>
          </a:ln>
        </p:spPr>
        <p:txBody>
          <a:bodyPr spcFirstLastPara="1" wrap="square" lIns="91425" tIns="45700" rIns="91425" bIns="45700" anchor="t" anchorCtr="0">
            <a:noAutofit/>
          </a:bodyPr>
          <a:lstStyle/>
          <a:p>
            <a:pPr marL="0" marR="0" lvl="0" indent="0" algn="ctr" rtl="1">
              <a:lnSpc>
                <a:spcPct val="90000"/>
              </a:lnSpc>
              <a:spcBef>
                <a:spcPts val="0"/>
              </a:spcBef>
              <a:spcAft>
                <a:spcPts val="0"/>
              </a:spcAft>
              <a:buClr>
                <a:schemeClr val="dk1"/>
              </a:buClr>
              <a:buSzPts val="1400"/>
              <a:buFont typeface="Arial"/>
              <a:buNone/>
            </a:pPr>
            <a:r>
              <a:rPr lang="iw" sz="1200" b="1" i="0" u="none" strike="noStrike" cap="none" dirty="0">
                <a:solidFill>
                  <a:schemeClr val="dk1"/>
                </a:solidFill>
                <a:latin typeface="Aharoni"/>
                <a:ea typeface="Aharoni"/>
                <a:cs typeface="Aharoni"/>
                <a:sym typeface="Aharoni"/>
              </a:rPr>
              <a:t>Protection is a must!</a:t>
            </a:r>
            <a:endParaRPr sz="1200" b="0" i="0" u="none" strike="noStrike" cap="none" dirty="0">
              <a:solidFill>
                <a:srgbClr val="000000"/>
              </a:solidFill>
              <a:latin typeface="Arial"/>
              <a:ea typeface="Arial"/>
              <a:cs typeface="Arial"/>
              <a:sym typeface="Arial"/>
            </a:endParaRPr>
          </a:p>
        </p:txBody>
      </p:sp>
      <p:graphicFrame>
        <p:nvGraphicFramePr>
          <p:cNvPr id="125" name="Google Shape;125;p3"/>
          <p:cNvGraphicFramePr/>
          <p:nvPr/>
        </p:nvGraphicFramePr>
        <p:xfrm>
          <a:off x="157763" y="7882880"/>
          <a:ext cx="7244150" cy="2367280"/>
        </p:xfrm>
        <a:graphic>
          <a:graphicData uri="http://schemas.openxmlformats.org/drawingml/2006/table">
            <a:tbl>
              <a:tblPr firstRow="1" firstCol="1" bandRow="1">
                <a:noFill/>
                <a:tableStyleId>{4DBE5B9F-3176-4AB3-A1B5-CF93A4E41C66}</a:tableStyleId>
              </a:tblPr>
              <a:tblGrid>
                <a:gridCol w="1863550">
                  <a:extLst>
                    <a:ext uri="{9D8B030D-6E8A-4147-A177-3AD203B41FA5}">
                      <a16:colId xmlns:a16="http://schemas.microsoft.com/office/drawing/2014/main" val="20000"/>
                    </a:ext>
                  </a:extLst>
                </a:gridCol>
                <a:gridCol w="2129775">
                  <a:extLst>
                    <a:ext uri="{9D8B030D-6E8A-4147-A177-3AD203B41FA5}">
                      <a16:colId xmlns:a16="http://schemas.microsoft.com/office/drawing/2014/main" val="20001"/>
                    </a:ext>
                  </a:extLst>
                </a:gridCol>
                <a:gridCol w="3250825">
                  <a:extLst>
                    <a:ext uri="{9D8B030D-6E8A-4147-A177-3AD203B41FA5}">
                      <a16:colId xmlns:a16="http://schemas.microsoft.com/office/drawing/2014/main" val="20002"/>
                    </a:ext>
                  </a:extLst>
                </a:gridCol>
              </a:tblGrid>
              <a:tr h="129925">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Negative impact</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Failure/Negative Scenario</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Risk Elimination/Minimization/Prevention</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081825">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Body Injuries</a:t>
                      </a:r>
                      <a:endParaRPr sz="1039" b="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Limb Injuries</a:t>
                      </a:r>
                      <a:endParaRPr sz="1039" b="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Crushed</a:t>
                      </a:r>
                      <a:endParaRPr sz="1039" b="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Head Injuries</a:t>
                      </a:r>
                      <a:endParaRPr sz="1039" b="0"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Lifting Equipment/Accessories Failure</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Worker Injuries from Lifted Loads</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Falling Load Parts</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37598" algn="l" rtl="0">
                        <a:lnSpc>
                          <a:spcPct val="107000"/>
                        </a:lnSpc>
                        <a:spcBef>
                          <a:spcPts val="0"/>
                        </a:spcBef>
                        <a:spcAft>
                          <a:spcPts val="0"/>
                        </a:spcAft>
                        <a:buClr>
                          <a:schemeClr val="dk1"/>
                        </a:buClr>
                        <a:buSzPts val="1039"/>
                        <a:buFont typeface="Noto Sans Symbols"/>
                        <a:buNone/>
                      </a:pPr>
                      <a:r>
                        <a:rPr lang="iw" sz="1039" b="1" u="none" strike="noStrike" cap="none">
                          <a:latin typeface="Aharoni"/>
                          <a:ea typeface="Aharoni"/>
                          <a:cs typeface="Aharoni"/>
                          <a:sym typeface="Aharoni"/>
                        </a:rPr>
                        <a:t>Lifting equipment and lifting accessories: Will be inspected by a qualified inspector and before use, will be operated by licensed and experienced operators</a:t>
                      </a:r>
                      <a:endParaRPr sz="1039" b="1" u="none" strike="noStrike" cap="none">
                        <a:latin typeface="Aharoni"/>
                        <a:ea typeface="Aharoni"/>
                        <a:cs typeface="Aharoni"/>
                        <a:sym typeface="Aharoni"/>
                      </a:endParaRPr>
                    </a:p>
                    <a:p>
                      <a:pPr marL="290399" marR="0" lvl="0" indent="-237598" algn="l" rtl="0">
                        <a:lnSpc>
                          <a:spcPct val="107000"/>
                        </a:lnSpc>
                        <a:spcBef>
                          <a:spcPts val="0"/>
                        </a:spcBef>
                        <a:spcAft>
                          <a:spcPts val="0"/>
                        </a:spcAft>
                        <a:buClr>
                          <a:schemeClr val="dk1"/>
                        </a:buClr>
                        <a:buSzPts val="1039"/>
                        <a:buFont typeface="Noto Sans Symbols"/>
                        <a:buNone/>
                      </a:pPr>
                      <a:r>
                        <a:rPr lang="iw" sz="1039" b="1" u="none" strike="noStrike" cap="none">
                          <a:latin typeface="Aharoni"/>
                          <a:ea typeface="Aharoni"/>
                          <a:cs typeface="Aharoni"/>
                          <a:sym typeface="Aharoni"/>
                        </a:rPr>
                        <a:t>Lifting work: With the approval of the foreman, fencing the lifting area, tying and guiding with shovels, do not work under a lifted load, handling a load one meter above the floor</a:t>
                      </a:r>
                      <a:endParaRPr sz="1039" b="1" u="none" strike="noStrike" cap="none">
                        <a:latin typeface="Aharoni"/>
                        <a:ea typeface="Aharoni"/>
                        <a:cs typeface="Aharoni"/>
                        <a:sym typeface="Aharoni"/>
                      </a:endParaRPr>
                    </a:p>
                    <a:p>
                      <a:pPr marL="290399" marR="0" lvl="0" indent="-237598" algn="l" rtl="0">
                        <a:lnSpc>
                          <a:spcPct val="107000"/>
                        </a:lnSpc>
                        <a:spcBef>
                          <a:spcPts val="0"/>
                        </a:spcBef>
                        <a:spcAft>
                          <a:spcPts val="0"/>
                        </a:spcAft>
                        <a:buClr>
                          <a:schemeClr val="dk1"/>
                        </a:buClr>
                        <a:buSzPts val="1039"/>
                        <a:buFont typeface="Noto Sans Symbols"/>
                        <a:buNone/>
                      </a:pPr>
                      <a:r>
                        <a:rPr lang="iw" sz="1039" b="1" u="none" strike="noStrike" cap="none">
                          <a:latin typeface="Aharoni"/>
                          <a:ea typeface="Aharoni"/>
                          <a:cs typeface="Aharoni"/>
                          <a:sym typeface="Aharoni"/>
                        </a:rPr>
                        <a:t>To prevent parts from falling: Lifting with designated tools, tying and clamping loads, working carefully and vertically</a:t>
                      </a:r>
                      <a:endParaRPr sz="1039" b="1" u="none" strike="noStrike" cap="none">
                        <a:latin typeface="Aharoni"/>
                        <a:ea typeface="Aharoni"/>
                        <a:cs typeface="Aharoni"/>
                        <a:sym typeface="Aharoni"/>
                      </a:endParaRPr>
                    </a:p>
                    <a:p>
                      <a:pPr marL="290399" marR="0" lvl="0" indent="-237598" algn="l" rtl="0">
                        <a:lnSpc>
                          <a:spcPct val="107000"/>
                        </a:lnSpc>
                        <a:spcBef>
                          <a:spcPts val="0"/>
                        </a:spcBef>
                        <a:spcAft>
                          <a:spcPts val="0"/>
                        </a:spcAft>
                        <a:buClr>
                          <a:schemeClr val="dk1"/>
                        </a:buClr>
                        <a:buSzPts val="1039"/>
                        <a:buFont typeface="Noto Sans Symbols"/>
                        <a:buNone/>
                      </a:pPr>
                      <a:endParaRPr sz="1039" b="1"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26" name="Google Shape;126;p3"/>
          <p:cNvSpPr txBox="1"/>
          <p:nvPr/>
        </p:nvSpPr>
        <p:spPr>
          <a:xfrm>
            <a:off x="54123" y="6764412"/>
            <a:ext cx="7401913" cy="490200"/>
          </a:xfrm>
          <a:prstGeom prst="rect">
            <a:avLst/>
          </a:prstGeom>
          <a:noFill/>
          <a:ln>
            <a:noFill/>
          </a:ln>
        </p:spPr>
        <p:txBody>
          <a:bodyPr spcFirstLastPara="1" wrap="square" lIns="91425" tIns="45700" rIns="91425" bIns="45700" anchor="t" anchorCtr="0">
            <a:noAutofit/>
          </a:bodyPr>
          <a:lstStyle/>
          <a:p>
            <a:pPr marL="0" marR="0" lvl="0" indent="0" algn="r" rtl="0">
              <a:lnSpc>
                <a:spcPct val="90000"/>
              </a:lnSpc>
              <a:spcBef>
                <a:spcPts val="0"/>
              </a:spcBef>
              <a:spcAft>
                <a:spcPts val="0"/>
              </a:spcAft>
              <a:buClr>
                <a:schemeClr val="dk1"/>
              </a:buClr>
              <a:buSzPts val="2800"/>
              <a:buFont typeface="Arial"/>
              <a:buNone/>
            </a:pPr>
            <a:r>
              <a:rPr lang="iw" sz="2800" b="1" i="0" u="sng" strike="noStrike" cap="none">
                <a:solidFill>
                  <a:schemeClr val="dk1"/>
                </a:solidFill>
                <a:latin typeface="Aharoni"/>
                <a:ea typeface="Aharoni"/>
                <a:cs typeface="Aharoni"/>
                <a:sym typeface="Aharoni"/>
              </a:rPr>
              <a:t>Lifting work</a:t>
            </a:r>
            <a:endParaRPr sz="1400" b="0" i="0" u="none" strike="noStrike" cap="none">
              <a:solidFill>
                <a:srgbClr val="000000"/>
              </a:solidFill>
              <a:latin typeface="Arial"/>
              <a:ea typeface="Arial"/>
              <a:cs typeface="Arial"/>
              <a:sym typeface="Arial"/>
            </a:endParaRPr>
          </a:p>
        </p:txBody>
      </p:sp>
      <p:pic>
        <p:nvPicPr>
          <p:cNvPr id="127" name="Google Shape;127;p3"/>
          <p:cNvPicPr preferRelativeResize="0"/>
          <p:nvPr/>
        </p:nvPicPr>
        <p:blipFill rotWithShape="1">
          <a:blip r:embed="rId4">
            <a:alphaModFix/>
          </a:blip>
          <a:srcRect r="50000"/>
          <a:stretch/>
        </p:blipFill>
        <p:spPr>
          <a:xfrm>
            <a:off x="228903" y="6582452"/>
            <a:ext cx="955633" cy="659989"/>
          </a:xfrm>
          <a:prstGeom prst="rect">
            <a:avLst/>
          </a:prstGeom>
          <a:noFill/>
          <a:ln>
            <a:noFill/>
          </a:ln>
        </p:spPr>
      </p:pic>
      <p:pic>
        <p:nvPicPr>
          <p:cNvPr id="128" name="Google Shape;128;p3"/>
          <p:cNvPicPr preferRelativeResize="0"/>
          <p:nvPr/>
        </p:nvPicPr>
        <p:blipFill rotWithShape="1">
          <a:blip r:embed="rId4">
            <a:alphaModFix/>
          </a:blip>
          <a:srcRect l="54398"/>
          <a:stretch/>
        </p:blipFill>
        <p:spPr>
          <a:xfrm>
            <a:off x="1433265" y="6594623"/>
            <a:ext cx="871537" cy="659989"/>
          </a:xfrm>
          <a:prstGeom prst="rect">
            <a:avLst/>
          </a:prstGeom>
          <a:noFill/>
          <a:ln>
            <a:noFill/>
          </a:ln>
        </p:spPr>
      </p:pic>
      <p:sp>
        <p:nvSpPr>
          <p:cNvPr id="129" name="Google Shape;129;p3"/>
          <p:cNvSpPr txBox="1"/>
          <p:nvPr/>
        </p:nvSpPr>
        <p:spPr>
          <a:xfrm>
            <a:off x="69727" y="7221992"/>
            <a:ext cx="2519700" cy="317700"/>
          </a:xfrm>
          <a:prstGeom prst="rect">
            <a:avLst/>
          </a:prstGeom>
          <a:noFill/>
          <a:ln>
            <a:noFill/>
          </a:ln>
        </p:spPr>
        <p:txBody>
          <a:bodyPr spcFirstLastPara="1" wrap="square" lIns="91425" tIns="45700" rIns="91425" bIns="45700" anchor="t" anchorCtr="0">
            <a:noAutofit/>
          </a:bodyPr>
          <a:lstStyle/>
          <a:p>
            <a:pPr marL="0" marR="0" lvl="0" indent="0" algn="ctr" rtl="1">
              <a:lnSpc>
                <a:spcPct val="90000"/>
              </a:lnSpc>
              <a:spcBef>
                <a:spcPts val="0"/>
              </a:spcBef>
              <a:spcAft>
                <a:spcPts val="0"/>
              </a:spcAft>
              <a:buClr>
                <a:srgbClr val="FF0000"/>
              </a:buClr>
              <a:buSzPts val="1200"/>
              <a:buFont typeface="Arial"/>
              <a:buNone/>
            </a:pPr>
            <a:r>
              <a:rPr lang="iw" sz="1200" b="1" i="0" u="none" strike="noStrike" cap="none">
                <a:solidFill>
                  <a:srgbClr val="FF0000"/>
                </a:solidFill>
                <a:latin typeface="Aharoni"/>
                <a:ea typeface="Aharoni"/>
                <a:cs typeface="Aharoni"/>
                <a:sym typeface="Aharoni"/>
              </a:rPr>
              <a:t>Danger! Do not stand under a raised load</a:t>
            </a:r>
            <a:endParaRPr sz="1400" b="0" i="0" u="none" strike="noStrike" cap="none">
              <a:solidFill>
                <a:srgbClr val="000000"/>
              </a:solidFill>
              <a:latin typeface="Arial"/>
              <a:ea typeface="Arial"/>
              <a:cs typeface="Arial"/>
              <a:sym typeface="Arial"/>
            </a:endParaRPr>
          </a:p>
        </p:txBody>
      </p:sp>
      <p:cxnSp>
        <p:nvCxnSpPr>
          <p:cNvPr id="130" name="Google Shape;130;p3"/>
          <p:cNvCxnSpPr/>
          <p:nvPr/>
        </p:nvCxnSpPr>
        <p:spPr>
          <a:xfrm>
            <a:off x="0" y="6285123"/>
            <a:ext cx="7560000" cy="0"/>
          </a:xfrm>
          <a:prstGeom prst="straightConnector1">
            <a:avLst/>
          </a:prstGeom>
          <a:noFill/>
          <a:ln w="38100" cap="flat" cmpd="sng">
            <a:solidFill>
              <a:schemeClr val="dk1"/>
            </a:solidFill>
            <a:prstDash val="solid"/>
            <a:miter lim="800000"/>
            <a:headEnd type="none" w="sm" len="sm"/>
            <a:tailEnd type="none" w="sm" len="sm"/>
          </a:ln>
        </p:spPr>
      </p:cxnSp>
      <p:pic>
        <p:nvPicPr>
          <p:cNvPr id="3" name="תמונה 2">
            <a:extLst>
              <a:ext uri="{FF2B5EF4-FFF2-40B4-BE49-F238E27FC236}">
                <a16:creationId xmlns:a16="http://schemas.microsoft.com/office/drawing/2014/main" id="{E8032A6E-1616-3EBB-7163-584B8244AE66}"/>
              </a:ext>
            </a:extLst>
          </p:cNvPr>
          <p:cNvPicPr>
            <a:picLocks noChangeAspect="1"/>
          </p:cNvPicPr>
          <p:nvPr/>
        </p:nvPicPr>
        <p:blipFill>
          <a:blip r:embed="rId5"/>
          <a:stretch>
            <a:fillRect/>
          </a:stretch>
        </p:blipFill>
        <p:spPr>
          <a:xfrm>
            <a:off x="223818" y="84114"/>
            <a:ext cx="2012422" cy="70975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4"/>
          <p:cNvSpPr txBox="1">
            <a:spLocks noGrp="1"/>
          </p:cNvSpPr>
          <p:nvPr>
            <p:ph type="title"/>
          </p:nvPr>
        </p:nvSpPr>
        <p:spPr>
          <a:xfrm>
            <a:off x="0" y="908326"/>
            <a:ext cx="7560000" cy="366300"/>
          </a:xfrm>
          <a:prstGeom prst="rect">
            <a:avLst/>
          </a:prstGeom>
          <a:noFill/>
          <a:ln>
            <a:noFill/>
          </a:ln>
        </p:spPr>
        <p:txBody>
          <a:bodyPr spcFirstLastPara="1" wrap="square" lIns="91425" tIns="45700" rIns="91425" bIns="45700" anchor="ctr" anchorCtr="0">
            <a:noAutofit/>
          </a:bodyPr>
          <a:lstStyle/>
          <a:p>
            <a:pPr marL="0" lvl="0" indent="0" algn="ctr" rtl="1">
              <a:lnSpc>
                <a:spcPct val="90000"/>
              </a:lnSpc>
              <a:spcBef>
                <a:spcPts val="0"/>
              </a:spcBef>
              <a:spcAft>
                <a:spcPts val="0"/>
              </a:spcAft>
              <a:buClr>
                <a:schemeClr val="dk1"/>
              </a:buClr>
              <a:buSzPts val="2160"/>
              <a:buFont typeface="Aharoni"/>
              <a:buNone/>
            </a:pPr>
            <a:r>
              <a:rPr lang="iw" sz="1600" b="1" u="sng">
                <a:latin typeface="Aharoni"/>
                <a:ea typeface="Aharoni"/>
                <a:cs typeface="Aharoni"/>
                <a:sym typeface="Aharoni"/>
              </a:rPr>
              <a:t>Summary of safety training and safety instructions for working on a construction site </a:t>
            </a:r>
            <a:endParaRPr sz="2000"/>
          </a:p>
        </p:txBody>
      </p:sp>
      <p:sp>
        <p:nvSpPr>
          <p:cNvPr id="136" name="Google Shape;136;p4"/>
          <p:cNvSpPr txBox="1">
            <a:spLocks noGrp="1"/>
          </p:cNvSpPr>
          <p:nvPr>
            <p:ph type="body" idx="1"/>
          </p:nvPr>
        </p:nvSpPr>
        <p:spPr>
          <a:xfrm>
            <a:off x="38546" y="1422402"/>
            <a:ext cx="7548300" cy="491100"/>
          </a:xfrm>
          <a:prstGeom prst="rect">
            <a:avLst/>
          </a:prstGeom>
          <a:noFill/>
          <a:ln>
            <a:noFill/>
          </a:ln>
        </p:spPr>
        <p:txBody>
          <a:bodyPr spcFirstLastPara="1" wrap="square" lIns="91425" tIns="45700" rIns="91425" bIns="45700" anchor="t" anchorCtr="0">
            <a:noAutofit/>
          </a:bodyPr>
          <a:lstStyle/>
          <a:p>
            <a:pPr marL="0" lvl="0" indent="0" algn="r" rtl="1">
              <a:lnSpc>
                <a:spcPct val="90000"/>
              </a:lnSpc>
              <a:spcBef>
                <a:spcPts val="0"/>
              </a:spcBef>
              <a:spcAft>
                <a:spcPts val="0"/>
              </a:spcAft>
              <a:buClr>
                <a:schemeClr val="dk1"/>
              </a:buClr>
              <a:buSzPts val="2800"/>
              <a:buNone/>
            </a:pPr>
            <a:r>
              <a:rPr lang="iw" sz="2800" b="1" u="sng">
                <a:latin typeface="Aharoni"/>
                <a:ea typeface="Aharoni"/>
                <a:cs typeface="Aharoni"/>
                <a:sym typeface="Aharoni"/>
              </a:rPr>
              <a:t>Excavations</a:t>
            </a:r>
            <a:endParaRPr/>
          </a:p>
        </p:txBody>
      </p:sp>
      <p:graphicFrame>
        <p:nvGraphicFramePr>
          <p:cNvPr id="137" name="Google Shape;137;p4"/>
          <p:cNvGraphicFramePr/>
          <p:nvPr/>
        </p:nvGraphicFramePr>
        <p:xfrm>
          <a:off x="169669" y="2525828"/>
          <a:ext cx="7244150" cy="3045206"/>
        </p:xfrm>
        <a:graphic>
          <a:graphicData uri="http://schemas.openxmlformats.org/drawingml/2006/table">
            <a:tbl>
              <a:tblPr firstRow="1" firstCol="1" bandRow="1">
                <a:noFill/>
                <a:tableStyleId>{4DBE5B9F-3176-4AB3-A1B5-CF93A4E41C66}</a:tableStyleId>
              </a:tblPr>
              <a:tblGrid>
                <a:gridCol w="1863550">
                  <a:extLst>
                    <a:ext uri="{9D8B030D-6E8A-4147-A177-3AD203B41FA5}">
                      <a16:colId xmlns:a16="http://schemas.microsoft.com/office/drawing/2014/main" val="20000"/>
                    </a:ext>
                  </a:extLst>
                </a:gridCol>
                <a:gridCol w="2129775">
                  <a:extLst>
                    <a:ext uri="{9D8B030D-6E8A-4147-A177-3AD203B41FA5}">
                      <a16:colId xmlns:a16="http://schemas.microsoft.com/office/drawing/2014/main" val="20001"/>
                    </a:ext>
                  </a:extLst>
                </a:gridCol>
                <a:gridCol w="3250825">
                  <a:extLst>
                    <a:ext uri="{9D8B030D-6E8A-4147-A177-3AD203B41FA5}">
                      <a16:colId xmlns:a16="http://schemas.microsoft.com/office/drawing/2014/main" val="20002"/>
                    </a:ext>
                  </a:extLst>
                </a:gridCol>
              </a:tblGrid>
              <a:tr h="129925">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Negative impact</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Failure/Negative Scenario</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Risk Elimination/Minimization/Prevention</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933100">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Injuries</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Falls</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Excavation collapse</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Electrical shock</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Strikes</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Workers Falling in Excavation</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Excavation Collapse</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Infrastructure Damage</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Construction Equipment Overturning</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Crawler Strikes</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Excavation shall be carried out with the approval of the foreman and after scanning infrastructure and animals</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Working near infrastructure with hand tools and with caution</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Ascending and descending from designated locations, excavation fencing and signage required</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Excavation according to natural slope/backfilling, taking measures to prevent collapse</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Excavation width shall allow for work to be carried out, passages above excavation 60 cm</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Engineering equipment shall approach to a safe distance, workers shall not work in the vicinity of the equipment</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38" name="Google Shape;138;p4"/>
          <p:cNvSpPr txBox="1"/>
          <p:nvPr/>
        </p:nvSpPr>
        <p:spPr>
          <a:xfrm>
            <a:off x="225635" y="1813209"/>
            <a:ext cx="1407000" cy="561900"/>
          </a:xfrm>
          <a:prstGeom prst="rect">
            <a:avLst/>
          </a:prstGeom>
          <a:noFill/>
          <a:ln>
            <a:noFill/>
          </a:ln>
        </p:spPr>
        <p:txBody>
          <a:bodyPr spcFirstLastPara="1" wrap="square" lIns="91425" tIns="45700" rIns="91425" bIns="45700" anchor="t" anchorCtr="0">
            <a:noAutofit/>
          </a:bodyPr>
          <a:lstStyle/>
          <a:p>
            <a:pPr marL="0" marR="0" lvl="0" indent="0" algn="ctr" rtl="1">
              <a:lnSpc>
                <a:spcPct val="90000"/>
              </a:lnSpc>
              <a:spcBef>
                <a:spcPts val="750"/>
              </a:spcBef>
              <a:spcAft>
                <a:spcPts val="0"/>
              </a:spcAft>
              <a:buClr>
                <a:schemeClr val="dk1"/>
              </a:buClr>
              <a:buSzPts val="1300"/>
              <a:buFont typeface="Arial"/>
              <a:buNone/>
            </a:pPr>
            <a:r>
              <a:rPr lang="iw" sz="1300" b="1" i="0" u="none" strike="noStrike" cap="none">
                <a:solidFill>
                  <a:srgbClr val="FF0000"/>
                </a:solidFill>
                <a:latin typeface="Aharoni"/>
                <a:ea typeface="Aharoni"/>
                <a:cs typeface="Aharoni"/>
                <a:sym typeface="Aharoni"/>
              </a:rPr>
              <a:t>Danger!</a:t>
            </a:r>
            <a:endParaRPr sz="1300" b="1" i="0" u="none" strike="noStrike" cap="none">
              <a:solidFill>
                <a:srgbClr val="FF0000"/>
              </a:solidFill>
              <a:latin typeface="Aharoni"/>
              <a:ea typeface="Aharoni"/>
              <a:cs typeface="Aharoni"/>
              <a:sym typeface="Aharoni"/>
            </a:endParaRPr>
          </a:p>
          <a:p>
            <a:pPr marL="0" marR="0" lvl="0" indent="0" algn="ctr" rtl="1">
              <a:lnSpc>
                <a:spcPct val="90000"/>
              </a:lnSpc>
              <a:spcBef>
                <a:spcPts val="750"/>
              </a:spcBef>
              <a:spcAft>
                <a:spcPts val="0"/>
              </a:spcAft>
              <a:buClr>
                <a:schemeClr val="dk1"/>
              </a:buClr>
              <a:buSzPts val="1300"/>
              <a:buFont typeface="Arial"/>
              <a:buNone/>
            </a:pPr>
            <a:r>
              <a:rPr lang="iw" sz="1300" b="1" i="0" u="none" strike="noStrike" cap="none">
                <a:solidFill>
                  <a:srgbClr val="FF0000"/>
                </a:solidFill>
                <a:latin typeface="Aharoni"/>
                <a:ea typeface="Aharoni"/>
                <a:cs typeface="Aharoni"/>
                <a:sym typeface="Aharoni"/>
              </a:rPr>
              <a:t>Open Channel</a:t>
            </a:r>
            <a:endParaRPr sz="1300" b="1" i="0" u="none" strike="noStrike" cap="none">
              <a:solidFill>
                <a:srgbClr val="FF0000"/>
              </a:solidFill>
              <a:latin typeface="Aharoni"/>
              <a:ea typeface="Aharoni"/>
              <a:cs typeface="Aharoni"/>
              <a:sym typeface="Aharoni"/>
            </a:endParaRPr>
          </a:p>
        </p:txBody>
      </p:sp>
      <p:cxnSp>
        <p:nvCxnSpPr>
          <p:cNvPr id="139" name="Google Shape;139;p4"/>
          <p:cNvCxnSpPr/>
          <p:nvPr/>
        </p:nvCxnSpPr>
        <p:spPr>
          <a:xfrm>
            <a:off x="0" y="5848196"/>
            <a:ext cx="7560000" cy="0"/>
          </a:xfrm>
          <a:prstGeom prst="straightConnector1">
            <a:avLst/>
          </a:prstGeom>
          <a:noFill/>
          <a:ln w="38100" cap="flat" cmpd="sng">
            <a:solidFill>
              <a:schemeClr val="dk1"/>
            </a:solidFill>
            <a:prstDash val="solid"/>
            <a:miter lim="800000"/>
            <a:headEnd type="none" w="sm" len="sm"/>
            <a:tailEnd type="none" w="sm" len="sm"/>
          </a:ln>
        </p:spPr>
      </p:cxnSp>
      <p:sp>
        <p:nvSpPr>
          <p:cNvPr id="140" name="Google Shape;140;p4"/>
          <p:cNvSpPr txBox="1"/>
          <p:nvPr/>
        </p:nvSpPr>
        <p:spPr>
          <a:xfrm>
            <a:off x="225635" y="6661859"/>
            <a:ext cx="3111827" cy="5265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1400"/>
              <a:buFont typeface="Arial"/>
              <a:buNone/>
            </a:pPr>
            <a:r>
              <a:rPr lang="iw" sz="1400" b="1" i="0" u="none" strike="noStrike" cap="none">
                <a:solidFill>
                  <a:schemeClr val="dk1"/>
                </a:solidFill>
                <a:latin typeface="Aharoni"/>
                <a:ea typeface="Aharoni"/>
                <a:cs typeface="Aharoni"/>
                <a:sym typeface="Aharoni"/>
              </a:rPr>
              <a:t>Fire, open flame and smoking are prohibited</a:t>
            </a:r>
            <a:endParaRPr sz="1400" b="0" i="0" u="none" strike="noStrike" cap="none">
              <a:solidFill>
                <a:srgbClr val="000000"/>
              </a:solidFill>
              <a:latin typeface="Arial"/>
              <a:ea typeface="Arial"/>
              <a:cs typeface="Arial"/>
              <a:sym typeface="Arial"/>
            </a:endParaRPr>
          </a:p>
        </p:txBody>
      </p:sp>
      <p:sp>
        <p:nvSpPr>
          <p:cNvPr id="141" name="Google Shape;141;p4"/>
          <p:cNvSpPr txBox="1"/>
          <p:nvPr/>
        </p:nvSpPr>
        <p:spPr>
          <a:xfrm>
            <a:off x="63421" y="6377527"/>
            <a:ext cx="7350397" cy="490200"/>
          </a:xfrm>
          <a:prstGeom prst="rect">
            <a:avLst/>
          </a:prstGeom>
          <a:noFill/>
          <a:ln>
            <a:noFill/>
          </a:ln>
        </p:spPr>
        <p:txBody>
          <a:bodyPr spcFirstLastPara="1" wrap="square" lIns="91425" tIns="45700" rIns="91425" bIns="45700" anchor="t" anchorCtr="0">
            <a:noAutofit/>
          </a:bodyPr>
          <a:lstStyle/>
          <a:p>
            <a:pPr marL="0" marR="0" lvl="0" indent="0" algn="r" rtl="1">
              <a:lnSpc>
                <a:spcPct val="90000"/>
              </a:lnSpc>
              <a:spcBef>
                <a:spcPts val="0"/>
              </a:spcBef>
              <a:spcAft>
                <a:spcPts val="0"/>
              </a:spcAft>
              <a:buClr>
                <a:schemeClr val="dk1"/>
              </a:buClr>
              <a:buSzPts val="2800"/>
              <a:buFont typeface="Arial"/>
              <a:buNone/>
            </a:pPr>
            <a:r>
              <a:rPr lang="iw" sz="2800" b="1" i="0" u="sng" strike="noStrike" cap="none">
                <a:solidFill>
                  <a:schemeClr val="dk1"/>
                </a:solidFill>
                <a:latin typeface="Aharoni"/>
                <a:ea typeface="Aharoni"/>
                <a:cs typeface="Aharoni"/>
                <a:sym typeface="Aharoni"/>
              </a:rPr>
              <a:t>Hot jobs</a:t>
            </a:r>
            <a:endParaRPr sz="1400" b="0" i="0" u="none" strike="noStrike" cap="none">
              <a:solidFill>
                <a:srgbClr val="000000"/>
              </a:solidFill>
              <a:latin typeface="Arial"/>
              <a:ea typeface="Arial"/>
              <a:cs typeface="Arial"/>
              <a:sym typeface="Arial"/>
            </a:endParaRPr>
          </a:p>
        </p:txBody>
      </p:sp>
      <p:graphicFrame>
        <p:nvGraphicFramePr>
          <p:cNvPr id="142" name="Google Shape;142;p4"/>
          <p:cNvGraphicFramePr/>
          <p:nvPr/>
        </p:nvGraphicFramePr>
        <p:xfrm>
          <a:off x="150665" y="7416207"/>
          <a:ext cx="7244150" cy="2367280"/>
        </p:xfrm>
        <a:graphic>
          <a:graphicData uri="http://schemas.openxmlformats.org/drawingml/2006/table">
            <a:tbl>
              <a:tblPr firstRow="1" firstCol="1" bandRow="1">
                <a:noFill/>
                <a:tableStyleId>{4DBE5B9F-3176-4AB3-A1B5-CF93A4E41C66}</a:tableStyleId>
              </a:tblPr>
              <a:tblGrid>
                <a:gridCol w="1863550">
                  <a:extLst>
                    <a:ext uri="{9D8B030D-6E8A-4147-A177-3AD203B41FA5}">
                      <a16:colId xmlns:a16="http://schemas.microsoft.com/office/drawing/2014/main" val="20000"/>
                    </a:ext>
                  </a:extLst>
                </a:gridCol>
                <a:gridCol w="2129775">
                  <a:extLst>
                    <a:ext uri="{9D8B030D-6E8A-4147-A177-3AD203B41FA5}">
                      <a16:colId xmlns:a16="http://schemas.microsoft.com/office/drawing/2014/main" val="20001"/>
                    </a:ext>
                  </a:extLst>
                </a:gridCol>
                <a:gridCol w="3250825">
                  <a:extLst>
                    <a:ext uri="{9D8B030D-6E8A-4147-A177-3AD203B41FA5}">
                      <a16:colId xmlns:a16="http://schemas.microsoft.com/office/drawing/2014/main" val="20002"/>
                    </a:ext>
                  </a:extLst>
                </a:gridCol>
              </a:tblGrid>
              <a:tr h="129925">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Negative impact</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Failure/Negative Scenario</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Clr>
                          <a:srgbClr val="000000"/>
                        </a:buClr>
                        <a:buSzPts val="1039"/>
                        <a:buFont typeface="Arial"/>
                        <a:buNone/>
                      </a:pPr>
                      <a:r>
                        <a:rPr lang="iw" sz="1039" u="none" strike="noStrike" cap="none">
                          <a:latin typeface="Aharoni"/>
                          <a:ea typeface="Aharoni"/>
                          <a:cs typeface="Aharoni"/>
                          <a:sym typeface="Aharoni"/>
                        </a:rPr>
                        <a:t>Risk Elimination/Minimization/Prevention</a:t>
                      </a:r>
                      <a:endParaRPr sz="1039"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081825">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Eye injuries</a:t>
                      </a:r>
                      <a:endParaRPr sz="1039" b="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Burns</a:t>
                      </a:r>
                      <a:endParaRPr sz="1039" b="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Fire/fire</a:t>
                      </a:r>
                      <a:endParaRPr sz="1039" b="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Explosions</a:t>
                      </a:r>
                      <a:endParaRPr sz="1039" b="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b="0" u="none" strike="noStrike" cap="none">
                          <a:latin typeface="Aharoni"/>
                          <a:ea typeface="Aharoni"/>
                          <a:cs typeface="Aharoni"/>
                          <a:sym typeface="Aharoni"/>
                        </a:rPr>
                        <a:t>Electric shock</a:t>
                      </a:r>
                      <a:endParaRPr sz="1039" b="0"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Improper use of personal protective equipment, equipment failure</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Gas cylinder explosion</a:t>
                      </a:r>
                      <a:endParaRPr sz="1039"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u="none" strike="noStrike" cap="none">
                          <a:latin typeface="Aharoni"/>
                          <a:ea typeface="Aharoni"/>
                          <a:cs typeface="Aharoni"/>
                          <a:sym typeface="Aharoni"/>
                        </a:rPr>
                        <a:t>Employee/equipment/environmental fires</a:t>
                      </a:r>
                      <a:endParaRPr sz="1039"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1039" b="1" u="none" strike="noStrike" cap="none">
                          <a:latin typeface="Aharoni"/>
                          <a:ea typeface="Aharoni"/>
                          <a:cs typeface="Aharoni"/>
                          <a:sym typeface="Aharoni"/>
                        </a:rPr>
                        <a:t>Hot work: After approval from the foreman, infrastructure protection, appropriate personal protective equipment, fire watch in the area during and after execution, keep flammable/combustible materials at least 10 m away, have appropriate fire extinguishing equipment, keep electrical cables away</a:t>
                      </a:r>
                      <a:endParaRPr sz="1039" b="1"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1039" b="1" u="none" strike="noStrike" cap="none">
                          <a:latin typeface="Aharoni"/>
                          <a:ea typeface="Aharoni"/>
                          <a:cs typeface="Aharoni"/>
                          <a:sym typeface="Aharoni"/>
                        </a:rPr>
                        <a:t>Gas cylinders: Handling by knowledgeable workers, safe transportation, fix perpendicular to the floor, use covers, keep oils away, keep away from heat sources, proper piping with standard, proper and valid safety equipment</a:t>
                      </a:r>
                      <a:endParaRPr sz="1039" b="1"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143" name="Google Shape;143;p4"/>
          <p:cNvPicPr preferRelativeResize="0"/>
          <p:nvPr/>
        </p:nvPicPr>
        <p:blipFill rotWithShape="1">
          <a:blip r:embed="rId3">
            <a:alphaModFix/>
          </a:blip>
          <a:srcRect/>
          <a:stretch/>
        </p:blipFill>
        <p:spPr>
          <a:xfrm>
            <a:off x="546061" y="1286326"/>
            <a:ext cx="868724" cy="654848"/>
          </a:xfrm>
          <a:prstGeom prst="rect">
            <a:avLst/>
          </a:prstGeom>
          <a:noFill/>
          <a:ln>
            <a:noFill/>
          </a:ln>
        </p:spPr>
      </p:pic>
      <p:pic>
        <p:nvPicPr>
          <p:cNvPr id="144" name="Google Shape;144;p4"/>
          <p:cNvPicPr preferRelativeResize="0"/>
          <p:nvPr/>
        </p:nvPicPr>
        <p:blipFill rotWithShape="1">
          <a:blip r:embed="rId4">
            <a:alphaModFix/>
          </a:blip>
          <a:srcRect/>
          <a:stretch/>
        </p:blipFill>
        <p:spPr>
          <a:xfrm>
            <a:off x="1390390" y="5923215"/>
            <a:ext cx="782315" cy="773176"/>
          </a:xfrm>
          <a:prstGeom prst="rect">
            <a:avLst/>
          </a:prstGeom>
          <a:noFill/>
          <a:ln>
            <a:noFill/>
          </a:ln>
        </p:spPr>
      </p:pic>
      <p:sp>
        <p:nvSpPr>
          <p:cNvPr id="145" name="Google Shape;145;p4"/>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iw"/>
              <a:t>Employee Safety Instructions</a:t>
            </a:r>
            <a:endParaRPr/>
          </a:p>
        </p:txBody>
      </p:sp>
      <p:pic>
        <p:nvPicPr>
          <p:cNvPr id="3" name="תמונה 2">
            <a:extLst>
              <a:ext uri="{FF2B5EF4-FFF2-40B4-BE49-F238E27FC236}">
                <a16:creationId xmlns:a16="http://schemas.microsoft.com/office/drawing/2014/main" id="{D48E429B-C1E8-776B-2621-578C17CEA8FB}"/>
              </a:ext>
            </a:extLst>
          </p:cNvPr>
          <p:cNvPicPr>
            <a:picLocks noChangeAspect="1"/>
          </p:cNvPicPr>
          <p:nvPr/>
        </p:nvPicPr>
        <p:blipFill>
          <a:blip r:embed="rId5"/>
          <a:stretch>
            <a:fillRect/>
          </a:stretch>
        </p:blipFill>
        <p:spPr>
          <a:xfrm>
            <a:off x="223818" y="84114"/>
            <a:ext cx="2012422" cy="70975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5"/>
          <p:cNvSpPr txBox="1">
            <a:spLocks noGrp="1"/>
          </p:cNvSpPr>
          <p:nvPr>
            <p:ph type="title"/>
          </p:nvPr>
        </p:nvSpPr>
        <p:spPr>
          <a:xfrm>
            <a:off x="0" y="147666"/>
            <a:ext cx="7560000" cy="366300"/>
          </a:xfrm>
          <a:prstGeom prst="rect">
            <a:avLst/>
          </a:prstGeom>
          <a:noFill/>
          <a:ln>
            <a:noFill/>
          </a:ln>
        </p:spPr>
        <p:txBody>
          <a:bodyPr spcFirstLastPara="1" wrap="square" lIns="91425" tIns="45700" rIns="91425" bIns="45700" anchor="ctr" anchorCtr="0">
            <a:noAutofit/>
          </a:bodyPr>
          <a:lstStyle/>
          <a:p>
            <a:pPr marL="0" lvl="0" indent="0" algn="ctr" rtl="1">
              <a:lnSpc>
                <a:spcPct val="90000"/>
              </a:lnSpc>
              <a:spcBef>
                <a:spcPts val="0"/>
              </a:spcBef>
              <a:spcAft>
                <a:spcPts val="0"/>
              </a:spcAft>
              <a:buClr>
                <a:schemeClr val="dk1"/>
              </a:buClr>
              <a:buSzPts val="2160"/>
              <a:buFont typeface="Aharoni"/>
              <a:buNone/>
            </a:pPr>
            <a:r>
              <a:rPr lang="iw" sz="1600" b="1" u="sng">
                <a:latin typeface="Aharoni"/>
                <a:ea typeface="Aharoni"/>
                <a:cs typeface="Aharoni"/>
                <a:sym typeface="Aharoni"/>
              </a:rPr>
              <a:t>Summary of safety training and safety instructions for working on a construction site </a:t>
            </a:r>
            <a:endParaRPr sz="2000"/>
          </a:p>
        </p:txBody>
      </p:sp>
      <p:sp>
        <p:nvSpPr>
          <p:cNvPr id="152" name="Google Shape;152;p5"/>
          <p:cNvSpPr txBox="1">
            <a:spLocks noGrp="1"/>
          </p:cNvSpPr>
          <p:nvPr>
            <p:ph type="body" idx="1"/>
          </p:nvPr>
        </p:nvSpPr>
        <p:spPr>
          <a:xfrm>
            <a:off x="11732" y="606345"/>
            <a:ext cx="7536600" cy="491100"/>
          </a:xfrm>
          <a:prstGeom prst="rect">
            <a:avLst/>
          </a:prstGeom>
          <a:noFill/>
          <a:ln>
            <a:noFill/>
          </a:ln>
        </p:spPr>
        <p:txBody>
          <a:bodyPr spcFirstLastPara="1" wrap="square" lIns="91425" tIns="45700" rIns="91425" bIns="45700" anchor="t" anchorCtr="0">
            <a:noAutofit/>
          </a:bodyPr>
          <a:lstStyle/>
          <a:p>
            <a:pPr marL="0" lvl="0" indent="0" algn="r" rtl="1">
              <a:lnSpc>
                <a:spcPct val="90000"/>
              </a:lnSpc>
              <a:spcBef>
                <a:spcPts val="0"/>
              </a:spcBef>
              <a:spcAft>
                <a:spcPts val="0"/>
              </a:spcAft>
              <a:buClr>
                <a:schemeClr val="dk1"/>
              </a:buClr>
              <a:buSzPts val="2800"/>
              <a:buNone/>
            </a:pPr>
            <a:r>
              <a:rPr lang="iw" sz="2400" b="1" u="sng">
                <a:latin typeface="Aharoni"/>
                <a:ea typeface="Aharoni"/>
                <a:cs typeface="Aharoni"/>
                <a:sym typeface="Aharoni"/>
              </a:rPr>
              <a:t>Hazardous Materials</a:t>
            </a:r>
            <a:endParaRPr sz="2000"/>
          </a:p>
        </p:txBody>
      </p:sp>
      <p:graphicFrame>
        <p:nvGraphicFramePr>
          <p:cNvPr id="153" name="Google Shape;153;p5"/>
          <p:cNvGraphicFramePr/>
          <p:nvPr>
            <p:extLst>
              <p:ext uri="{D42A27DB-BD31-4B8C-83A1-F6EECF244321}">
                <p14:modId xmlns:p14="http://schemas.microsoft.com/office/powerpoint/2010/main" val="3513773420"/>
              </p:ext>
            </p:extLst>
          </p:nvPr>
        </p:nvGraphicFramePr>
        <p:xfrm>
          <a:off x="182110" y="1713336"/>
          <a:ext cx="7244150" cy="1462786"/>
        </p:xfrm>
        <a:graphic>
          <a:graphicData uri="http://schemas.openxmlformats.org/drawingml/2006/table">
            <a:tbl>
              <a:tblPr firstRow="1" firstCol="1" bandRow="1">
                <a:noFill/>
                <a:tableStyleId>{4DBE5B9F-3176-4AB3-A1B5-CF93A4E41C66}</a:tableStyleId>
              </a:tblPr>
              <a:tblGrid>
                <a:gridCol w="1863550">
                  <a:extLst>
                    <a:ext uri="{9D8B030D-6E8A-4147-A177-3AD203B41FA5}">
                      <a16:colId xmlns:a16="http://schemas.microsoft.com/office/drawing/2014/main" val="20000"/>
                    </a:ext>
                  </a:extLst>
                </a:gridCol>
                <a:gridCol w="2129775">
                  <a:extLst>
                    <a:ext uri="{9D8B030D-6E8A-4147-A177-3AD203B41FA5}">
                      <a16:colId xmlns:a16="http://schemas.microsoft.com/office/drawing/2014/main" val="20001"/>
                    </a:ext>
                  </a:extLst>
                </a:gridCol>
                <a:gridCol w="3250825">
                  <a:extLst>
                    <a:ext uri="{9D8B030D-6E8A-4147-A177-3AD203B41FA5}">
                      <a16:colId xmlns:a16="http://schemas.microsoft.com/office/drawing/2014/main" val="20002"/>
                    </a:ext>
                  </a:extLst>
                </a:gridCol>
              </a:tblGrid>
              <a:tr h="129925">
                <a:tc>
                  <a:txBody>
                    <a:bodyPr/>
                    <a:lstStyle/>
                    <a:p>
                      <a:pPr marL="0" marR="0" lvl="0" indent="0" algn="ctr" rtl="0">
                        <a:lnSpc>
                          <a:spcPct val="107000"/>
                        </a:lnSpc>
                        <a:spcBef>
                          <a:spcPts val="0"/>
                        </a:spcBef>
                        <a:spcAft>
                          <a:spcPts val="0"/>
                        </a:spcAft>
                        <a:buClr>
                          <a:srgbClr val="000000"/>
                        </a:buClr>
                        <a:buSzPts val="1039"/>
                        <a:buFont typeface="Arial"/>
                        <a:buNone/>
                      </a:pPr>
                      <a:r>
                        <a:rPr lang="iw" sz="900" u="none" strike="noStrike" cap="none">
                          <a:latin typeface="Aharoni"/>
                          <a:ea typeface="Aharoni"/>
                          <a:cs typeface="Aharoni"/>
                          <a:sym typeface="Aharoni"/>
                        </a:rPr>
                        <a:t>Negative impact</a:t>
                      </a:r>
                      <a:endParaRPr sz="900"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Clr>
                          <a:srgbClr val="000000"/>
                        </a:buClr>
                        <a:buSzPts val="1039"/>
                        <a:buFont typeface="Arial"/>
                        <a:buNone/>
                      </a:pPr>
                      <a:r>
                        <a:rPr lang="iw" sz="900" u="none" strike="noStrike" cap="none">
                          <a:latin typeface="Aharoni"/>
                          <a:ea typeface="Aharoni"/>
                          <a:cs typeface="Aharoni"/>
                          <a:sym typeface="Aharoni"/>
                        </a:rPr>
                        <a:t>Failure/Negative Scenario</a:t>
                      </a:r>
                      <a:endParaRPr sz="900"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Clr>
                          <a:srgbClr val="000000"/>
                        </a:buClr>
                        <a:buSzPts val="1039"/>
                        <a:buFont typeface="Arial"/>
                        <a:buNone/>
                      </a:pPr>
                      <a:r>
                        <a:rPr lang="iw" sz="900" u="none" strike="noStrike" cap="none">
                          <a:latin typeface="Aharoni"/>
                          <a:ea typeface="Aharoni"/>
                          <a:cs typeface="Aharoni"/>
                          <a:sym typeface="Aharoni"/>
                        </a:rPr>
                        <a:t>Risk Elimination/Minimization/Prevention</a:t>
                      </a:r>
                      <a:endParaRPr sz="900"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933100">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Choking/Dizziness</a:t>
                      </a:r>
                      <a:endParaRPr sz="90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Burns</a:t>
                      </a:r>
                      <a:endParaRPr sz="90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Fires/Explosions</a:t>
                      </a:r>
                      <a:endParaRPr sz="90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Occupational Diseases</a:t>
                      </a:r>
                      <a:endParaRPr sz="900"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Use of substances harmful to health</a:t>
                      </a:r>
                      <a:endParaRPr sz="90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Personal protective equipment not appropriate for the hazard/improper</a:t>
                      </a:r>
                      <a:endParaRPr sz="90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Working in an unventilated area</a:t>
                      </a:r>
                      <a:endParaRPr sz="900"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900" b="1" u="none" strike="noStrike" cap="none" dirty="0">
                          <a:latin typeface="Aharoni"/>
                          <a:ea typeface="Aharoni"/>
                          <a:cs typeface="Aharoni"/>
                          <a:sym typeface="Aharoni"/>
                        </a:rPr>
                        <a:t>Use chemical materials after receiving a safety briefing in accordance with the material's safety data sheet</a:t>
                      </a:r>
                      <a:endParaRPr sz="900" b="1" u="none" strike="noStrike" cap="none" dirty="0">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b="1" u="none" strike="noStrike" cap="none" dirty="0">
                          <a:latin typeface="Aharoni"/>
                          <a:ea typeface="Aharoni"/>
                          <a:cs typeface="Aharoni"/>
                          <a:sym typeface="Aharoni"/>
                        </a:rPr>
                        <a:t>Work with personal protective equipment in accordance with the material's safety data sheet</a:t>
                      </a:r>
                      <a:endParaRPr sz="900" b="1" u="none" strike="noStrike" cap="none" dirty="0">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b="1" u="none" strike="noStrike" cap="none" dirty="0">
                          <a:latin typeface="Aharoni"/>
                          <a:ea typeface="Aharoni"/>
                          <a:cs typeface="Aharoni"/>
                          <a:sym typeface="Aharoni"/>
                        </a:rPr>
                        <a:t>Ventilate the workplace and keep fire away from flammable materials</a:t>
                      </a:r>
                      <a:endParaRPr sz="900" b="1" u="none" strike="noStrike" cap="none" dirty="0">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b="1" u="none" strike="noStrike" cap="none" dirty="0">
                          <a:latin typeface="Aharoni"/>
                          <a:ea typeface="Aharoni"/>
                          <a:cs typeface="Aharoni"/>
                          <a:sym typeface="Aharoni"/>
                        </a:rPr>
                        <a:t>Destroy empty packaging/containers after use and do not leave in the field</a:t>
                      </a:r>
                      <a:endParaRPr sz="900" b="1" u="none" strike="noStrike" cap="none" dirty="0">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54" name="Google Shape;154;p5"/>
          <p:cNvSpPr txBox="1"/>
          <p:nvPr/>
        </p:nvSpPr>
        <p:spPr>
          <a:xfrm>
            <a:off x="-349315" y="1048961"/>
            <a:ext cx="2444397" cy="561900"/>
          </a:xfrm>
          <a:prstGeom prst="rect">
            <a:avLst/>
          </a:prstGeom>
          <a:noFill/>
          <a:ln>
            <a:noFill/>
          </a:ln>
        </p:spPr>
        <p:txBody>
          <a:bodyPr spcFirstLastPara="1" wrap="square" lIns="91425" tIns="45700" rIns="91425" bIns="45700" anchor="t" anchorCtr="0">
            <a:noAutofit/>
          </a:bodyPr>
          <a:lstStyle/>
          <a:p>
            <a:pPr marL="0" marR="0" lvl="0" indent="0" algn="ctr" rtl="1">
              <a:lnSpc>
                <a:spcPct val="90000"/>
              </a:lnSpc>
              <a:spcBef>
                <a:spcPts val="750"/>
              </a:spcBef>
              <a:spcAft>
                <a:spcPts val="0"/>
              </a:spcAft>
              <a:buClr>
                <a:schemeClr val="dk1"/>
              </a:buClr>
              <a:buSzPts val="1300"/>
              <a:buFont typeface="Arial"/>
              <a:buNone/>
            </a:pPr>
            <a:r>
              <a:rPr lang="iw" sz="1200" b="1" i="0" u="none" strike="noStrike" cap="none">
                <a:solidFill>
                  <a:srgbClr val="FF0000"/>
                </a:solidFill>
                <a:latin typeface="Aharoni"/>
                <a:ea typeface="Aharoni"/>
                <a:cs typeface="Aharoni"/>
                <a:sym typeface="Aharoni"/>
              </a:rPr>
              <a:t>Danger!</a:t>
            </a:r>
            <a:endParaRPr sz="1200" b="1" i="0" u="none" strike="noStrike" cap="none">
              <a:solidFill>
                <a:srgbClr val="FF0000"/>
              </a:solidFill>
              <a:latin typeface="Aharoni"/>
              <a:ea typeface="Aharoni"/>
              <a:cs typeface="Aharoni"/>
              <a:sym typeface="Aharoni"/>
            </a:endParaRPr>
          </a:p>
          <a:p>
            <a:pPr marL="0" marR="0" lvl="0" indent="0" algn="ctr" rtl="1">
              <a:lnSpc>
                <a:spcPct val="90000"/>
              </a:lnSpc>
              <a:spcBef>
                <a:spcPts val="750"/>
              </a:spcBef>
              <a:spcAft>
                <a:spcPts val="0"/>
              </a:spcAft>
              <a:buClr>
                <a:schemeClr val="dk1"/>
              </a:buClr>
              <a:buSzPts val="1300"/>
              <a:buFont typeface="Arial"/>
              <a:buNone/>
            </a:pPr>
            <a:r>
              <a:rPr lang="iw" sz="1200" b="1" i="0" u="none" strike="noStrike" cap="none">
                <a:solidFill>
                  <a:srgbClr val="FF0000"/>
                </a:solidFill>
                <a:latin typeface="Aharoni"/>
                <a:ea typeface="Aharoni"/>
                <a:cs typeface="Aharoni"/>
                <a:sym typeface="Aharoni"/>
              </a:rPr>
              <a:t>Hazardous Materials</a:t>
            </a:r>
            <a:endParaRPr sz="1200" b="1" i="0" u="none" strike="noStrike" cap="none">
              <a:solidFill>
                <a:srgbClr val="FF0000"/>
              </a:solidFill>
              <a:latin typeface="Aharoni"/>
              <a:ea typeface="Aharoni"/>
              <a:cs typeface="Aharoni"/>
              <a:sym typeface="Aharoni"/>
            </a:endParaRPr>
          </a:p>
        </p:txBody>
      </p:sp>
      <p:cxnSp>
        <p:nvCxnSpPr>
          <p:cNvPr id="155" name="Google Shape;155;p5"/>
          <p:cNvCxnSpPr/>
          <p:nvPr/>
        </p:nvCxnSpPr>
        <p:spPr>
          <a:xfrm>
            <a:off x="-11668" y="3279962"/>
            <a:ext cx="7560000" cy="0"/>
          </a:xfrm>
          <a:prstGeom prst="straightConnector1">
            <a:avLst/>
          </a:prstGeom>
          <a:noFill/>
          <a:ln w="38100" cap="flat" cmpd="sng">
            <a:solidFill>
              <a:schemeClr val="dk1"/>
            </a:solidFill>
            <a:prstDash val="solid"/>
            <a:miter lim="800000"/>
            <a:headEnd type="none" w="sm" len="sm"/>
            <a:tailEnd type="none" w="sm" len="sm"/>
          </a:ln>
        </p:spPr>
      </p:cxnSp>
      <p:sp>
        <p:nvSpPr>
          <p:cNvPr id="156" name="Google Shape;156;p5"/>
          <p:cNvSpPr txBox="1"/>
          <p:nvPr/>
        </p:nvSpPr>
        <p:spPr>
          <a:xfrm>
            <a:off x="-97290" y="4000164"/>
            <a:ext cx="3188400" cy="3630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1300"/>
              <a:buFont typeface="Arial"/>
              <a:buNone/>
            </a:pPr>
            <a:r>
              <a:rPr lang="iw" sz="1300" b="1" i="0" u="none" strike="noStrike" cap="none" dirty="0">
                <a:solidFill>
                  <a:schemeClr val="dk1"/>
                </a:solidFill>
                <a:latin typeface="Aharoni"/>
                <a:ea typeface="Aharoni"/>
                <a:cs typeface="Aharoni"/>
                <a:sym typeface="Aharoni"/>
              </a:rPr>
              <a:t>Proper lifting prevents a lot of suffering</a:t>
            </a:r>
            <a:endParaRPr sz="1400" b="0" i="0" u="none" strike="noStrike" cap="none" dirty="0">
              <a:solidFill>
                <a:srgbClr val="000000"/>
              </a:solidFill>
              <a:latin typeface="Arial"/>
              <a:ea typeface="Arial"/>
              <a:cs typeface="Arial"/>
              <a:sym typeface="Arial"/>
            </a:endParaRPr>
          </a:p>
        </p:txBody>
      </p:sp>
      <p:sp>
        <p:nvSpPr>
          <p:cNvPr id="157" name="Google Shape;157;p5"/>
          <p:cNvSpPr txBox="1"/>
          <p:nvPr/>
        </p:nvSpPr>
        <p:spPr>
          <a:xfrm>
            <a:off x="2909657" y="3534172"/>
            <a:ext cx="4638675" cy="552600"/>
          </a:xfrm>
          <a:prstGeom prst="rect">
            <a:avLst/>
          </a:prstGeom>
          <a:noFill/>
          <a:ln>
            <a:noFill/>
          </a:ln>
        </p:spPr>
        <p:txBody>
          <a:bodyPr spcFirstLastPara="1" wrap="square" lIns="91425" tIns="45700" rIns="91425" bIns="45700" anchor="t" anchorCtr="0">
            <a:noAutofit/>
          </a:bodyPr>
          <a:lstStyle/>
          <a:p>
            <a:pPr marL="0" marR="0" lvl="0" indent="0" algn="r" rtl="0">
              <a:lnSpc>
                <a:spcPct val="90000"/>
              </a:lnSpc>
              <a:spcBef>
                <a:spcPts val="0"/>
              </a:spcBef>
              <a:spcAft>
                <a:spcPts val="0"/>
              </a:spcAft>
              <a:buClr>
                <a:schemeClr val="dk1"/>
              </a:buClr>
              <a:buSzPts val="2800"/>
              <a:buFont typeface="Arial"/>
              <a:buNone/>
            </a:pPr>
            <a:r>
              <a:rPr lang="iw" sz="2800" b="1" i="0" u="sng" strike="noStrike" cap="none">
                <a:solidFill>
                  <a:schemeClr val="dk1"/>
                </a:solidFill>
                <a:latin typeface="Aharoni"/>
                <a:ea typeface="Aharoni"/>
                <a:cs typeface="Aharoni"/>
                <a:sym typeface="Aharoni"/>
              </a:rPr>
              <a:t>General Safety Guidelines</a:t>
            </a:r>
            <a:endParaRPr sz="1400" b="0" i="0" u="none" strike="noStrike" cap="none">
              <a:solidFill>
                <a:srgbClr val="000000"/>
              </a:solidFill>
              <a:latin typeface="Arial"/>
              <a:ea typeface="Arial"/>
              <a:cs typeface="Arial"/>
              <a:sym typeface="Arial"/>
            </a:endParaRPr>
          </a:p>
        </p:txBody>
      </p:sp>
      <p:graphicFrame>
        <p:nvGraphicFramePr>
          <p:cNvPr id="158" name="Google Shape;158;p5"/>
          <p:cNvGraphicFramePr/>
          <p:nvPr>
            <p:extLst>
              <p:ext uri="{D42A27DB-BD31-4B8C-83A1-F6EECF244321}">
                <p14:modId xmlns:p14="http://schemas.microsoft.com/office/powerpoint/2010/main" val="3193030623"/>
              </p:ext>
            </p:extLst>
          </p:nvPr>
        </p:nvGraphicFramePr>
        <p:xfrm>
          <a:off x="157787" y="4415231"/>
          <a:ext cx="7244100" cy="2783523"/>
        </p:xfrm>
        <a:graphic>
          <a:graphicData uri="http://schemas.openxmlformats.org/drawingml/2006/table">
            <a:tbl>
              <a:tblPr firstRow="1" firstCol="1" bandRow="1">
                <a:noFill/>
                <a:tableStyleId>{4DBE5B9F-3176-4AB3-A1B5-CF93A4E41C66}</a:tableStyleId>
              </a:tblPr>
              <a:tblGrid>
                <a:gridCol w="3605650">
                  <a:extLst>
                    <a:ext uri="{9D8B030D-6E8A-4147-A177-3AD203B41FA5}">
                      <a16:colId xmlns:a16="http://schemas.microsoft.com/office/drawing/2014/main" val="20000"/>
                    </a:ext>
                  </a:extLst>
                </a:gridCol>
                <a:gridCol w="3638450">
                  <a:extLst>
                    <a:ext uri="{9D8B030D-6E8A-4147-A177-3AD203B41FA5}">
                      <a16:colId xmlns:a16="http://schemas.microsoft.com/office/drawing/2014/main" val="20001"/>
                    </a:ext>
                  </a:extLst>
                </a:gridCol>
              </a:tblGrid>
              <a:tr h="129450">
                <a:tc>
                  <a:txBody>
                    <a:bodyPr/>
                    <a:lstStyle/>
                    <a:p>
                      <a:pPr marL="0" marR="0" lvl="0" indent="0" algn="ctr" rtl="0">
                        <a:lnSpc>
                          <a:spcPct val="107000"/>
                        </a:lnSpc>
                        <a:spcBef>
                          <a:spcPts val="0"/>
                        </a:spcBef>
                        <a:spcAft>
                          <a:spcPts val="0"/>
                        </a:spcAft>
                        <a:buClr>
                          <a:srgbClr val="000000"/>
                        </a:buClr>
                        <a:buSzPts val="1039"/>
                        <a:buFont typeface="Arial"/>
                        <a:buNone/>
                      </a:pPr>
                      <a:r>
                        <a:rPr lang="iw" sz="900" u="none" strike="noStrike" cap="none">
                          <a:latin typeface="Aharoni"/>
                          <a:ea typeface="Aharoni"/>
                          <a:cs typeface="Aharoni"/>
                          <a:sym typeface="Aharoni"/>
                        </a:rPr>
                        <a:t>Do</a:t>
                      </a:r>
                      <a:endParaRPr sz="900"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Clr>
                          <a:srgbClr val="000000"/>
                        </a:buClr>
                        <a:buSzPts val="1039"/>
                        <a:buFont typeface="Arial"/>
                        <a:buNone/>
                      </a:pPr>
                      <a:r>
                        <a:rPr lang="iw" sz="900" u="none" strike="noStrike" cap="none">
                          <a:latin typeface="Aharoni"/>
                          <a:ea typeface="Aharoni"/>
                          <a:cs typeface="Aharoni"/>
                          <a:sym typeface="Aharoni"/>
                        </a:rPr>
                        <a:t>Don't</a:t>
                      </a:r>
                      <a:endParaRPr sz="900" u="none" strike="noStrike" cap="none">
                        <a:solidFill>
                          <a:schemeClr val="dk1"/>
                        </a:solidFill>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081825">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Enter the site through the designated entrances and beware of engineering equipment</a:t>
                      </a:r>
                      <a:endParaRPr sz="90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Behave according to the warning signs on the site</a:t>
                      </a:r>
                      <a:endParaRPr sz="90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Lifting equipment and materials close to the body and not more than 25 kg</a:t>
                      </a:r>
                      <a:endParaRPr sz="90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Start lifting by bending your knees, use an additional worker</a:t>
                      </a:r>
                      <a:endParaRPr sz="90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Cover openings and pits to prevent workers from falling</a:t>
                      </a:r>
                      <a:endParaRPr sz="90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Report any defect, danger, hazard/dangerous incident/accident to the Safety and Health Department</a:t>
                      </a:r>
                      <a:endParaRPr sz="90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Consult the Safety and Health Department Safety Supervisor on any work that is unclear to you</a:t>
                      </a:r>
                      <a:endParaRPr sz="90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Remain on site as long as a foreman is on site</a:t>
                      </a:r>
                      <a:endParaRPr sz="90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Do not perform work above or below other workers</a:t>
                      </a:r>
                      <a:endParaRPr sz="90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If first aid is needed, contact the foreman</a:t>
                      </a:r>
                      <a:endParaRPr sz="900" u="none" strike="noStrike" cap="none">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u="none" strike="noStrike" cap="none">
                          <a:latin typeface="Aharoni"/>
                          <a:ea typeface="Aharoni"/>
                          <a:cs typeface="Aharoni"/>
                          <a:sym typeface="Aharoni"/>
                        </a:rPr>
                        <a:t>Ensure sufficient lighting to perform the work safely</a:t>
                      </a:r>
                      <a:endParaRPr sz="900" u="none" strike="noStrike" cap="none">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290399" marR="0" lvl="0" indent="-290399" algn="l" rtl="0">
                        <a:lnSpc>
                          <a:spcPct val="107000"/>
                        </a:lnSpc>
                        <a:spcBef>
                          <a:spcPts val="0"/>
                        </a:spcBef>
                        <a:spcAft>
                          <a:spcPts val="0"/>
                        </a:spcAft>
                        <a:buClr>
                          <a:schemeClr val="dk1"/>
                        </a:buClr>
                        <a:buSzPts val="1039"/>
                        <a:buFont typeface="Noto Sans Symbols"/>
                        <a:buChar char="∙"/>
                      </a:pPr>
                      <a:r>
                        <a:rPr lang="iw" sz="900" b="1" u="none" strike="noStrike" cap="none" dirty="0">
                          <a:latin typeface="Aharoni"/>
                          <a:ea typeface="Aharoni"/>
                          <a:cs typeface="Aharoni"/>
                          <a:sym typeface="Aharoni"/>
                        </a:rPr>
                        <a:t>Do not use the phone while walking or performing a task</a:t>
                      </a:r>
                      <a:endParaRPr sz="900" b="1" u="none" strike="noStrike" cap="none" dirty="0">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b="1" u="none" strike="noStrike" cap="none" dirty="0">
                          <a:latin typeface="Aharoni"/>
                          <a:ea typeface="Aharoni"/>
                          <a:cs typeface="Aharoni"/>
                          <a:sym typeface="Aharoni"/>
                        </a:rPr>
                        <a:t>Do not repair/operate equipment that you are not familiar with</a:t>
                      </a:r>
                      <a:endParaRPr sz="900" b="1" u="none" strike="noStrike" cap="none" dirty="0">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b="1" u="none" strike="noStrike" cap="none" dirty="0">
                          <a:latin typeface="Aharoni"/>
                          <a:ea typeface="Aharoni"/>
                          <a:cs typeface="Aharoni"/>
                          <a:sym typeface="Aharoni"/>
                        </a:rPr>
                        <a:t>Do not intentionally perform an action that could cause harm to you or others</a:t>
                      </a:r>
                      <a:endParaRPr sz="900" b="1" u="none" strike="noStrike" cap="none" dirty="0">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b="1" u="none" strike="noStrike" cap="none" dirty="0">
                          <a:latin typeface="Aharoni"/>
                          <a:ea typeface="Aharoni"/>
                          <a:cs typeface="Aharoni"/>
                          <a:sym typeface="Aharoni"/>
                        </a:rPr>
                        <a:t>Do not use equipment that is not working properly or is not suitable for the task</a:t>
                      </a:r>
                      <a:endParaRPr sz="900" b="1" u="none" strike="noStrike" cap="none" dirty="0">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b="1" u="none" strike="noStrike" cap="none" dirty="0">
                          <a:latin typeface="Aharoni"/>
                          <a:ea typeface="Aharoni"/>
                          <a:cs typeface="Aharoni"/>
                          <a:sym typeface="Aharoni"/>
                        </a:rPr>
                        <a:t>Do not dismantle a railing/fencing without permission from the foreman</a:t>
                      </a:r>
                      <a:endParaRPr sz="900" b="1" u="none" strike="noStrike" cap="none" dirty="0">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b="1" u="none" strike="noStrike" cap="none" dirty="0">
                          <a:latin typeface="Aharoni"/>
                          <a:ea typeface="Aharoni"/>
                          <a:cs typeface="Aharoni"/>
                          <a:sym typeface="Aharoni"/>
                        </a:rPr>
                        <a:t>Do not throw material/equipment. It must be lowered in a controlled manner</a:t>
                      </a:r>
                      <a:endParaRPr sz="900" b="1" u="none" strike="noStrike" cap="none" dirty="0">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b="1" u="none" strike="noStrike" cap="none" dirty="0">
                          <a:latin typeface="Aharoni"/>
                          <a:ea typeface="Aharoni"/>
                          <a:cs typeface="Aharoni"/>
                          <a:sym typeface="Aharoni"/>
                        </a:rPr>
                        <a:t>Do not jump/climb over a scaffold or ladder</a:t>
                      </a:r>
                      <a:endParaRPr sz="900" b="1" u="none" strike="noStrike" cap="none" dirty="0">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b="1" u="none" strike="noStrike" cap="none" dirty="0">
                          <a:latin typeface="Aharoni"/>
                          <a:ea typeface="Aharoni"/>
                          <a:cs typeface="Aharoni"/>
                          <a:sym typeface="Aharoni"/>
                        </a:rPr>
                        <a:t>Do not load more than the permitted weight</a:t>
                      </a:r>
                      <a:endParaRPr sz="900" b="1" u="none" strike="noStrike" cap="none" dirty="0">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b="1" u="none" strike="noStrike" cap="none" dirty="0">
                          <a:latin typeface="Aharoni"/>
                          <a:ea typeface="Aharoni"/>
                          <a:cs typeface="Aharoni"/>
                          <a:sym typeface="Aharoni"/>
                        </a:rPr>
                        <a:t>Do not work in a place where there is a risk of falling and there is no means of preventing falling</a:t>
                      </a:r>
                      <a:endParaRPr sz="900" b="1" u="none" strike="noStrike" cap="none" dirty="0">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b="1" u="none" strike="noStrike" cap="none" dirty="0">
                          <a:latin typeface="Aharoni"/>
                          <a:ea typeface="Aharoni"/>
                          <a:cs typeface="Aharoni"/>
                          <a:sym typeface="Aharoni"/>
                        </a:rPr>
                        <a:t>Do not perform work if it is not clear to you from a professional and safety perspective</a:t>
                      </a:r>
                      <a:endParaRPr sz="900" b="1" u="none" strike="noStrike" cap="none" dirty="0">
                        <a:latin typeface="Aharoni"/>
                        <a:ea typeface="Aharoni"/>
                        <a:cs typeface="Aharoni"/>
                        <a:sym typeface="Aharoni"/>
                      </a:endParaRPr>
                    </a:p>
                    <a:p>
                      <a:pPr marL="290399" marR="0" lvl="0" indent="-290399" algn="l" rtl="0">
                        <a:lnSpc>
                          <a:spcPct val="107000"/>
                        </a:lnSpc>
                        <a:spcBef>
                          <a:spcPts val="0"/>
                        </a:spcBef>
                        <a:spcAft>
                          <a:spcPts val="0"/>
                        </a:spcAft>
                        <a:buClr>
                          <a:schemeClr val="dk1"/>
                        </a:buClr>
                        <a:buSzPts val="1039"/>
                        <a:buFont typeface="Noto Sans Symbols"/>
                        <a:buChar char="∙"/>
                      </a:pPr>
                      <a:r>
                        <a:rPr lang="iw" sz="900" b="1" u="none" strike="noStrike" cap="none" dirty="0">
                          <a:latin typeface="Aharoni"/>
                          <a:ea typeface="Aharoni"/>
                          <a:cs typeface="Aharoni"/>
                          <a:sym typeface="Aharoni"/>
                        </a:rPr>
                        <a:t>Do not perform work alone</a:t>
                      </a:r>
                      <a:endParaRPr sz="900" b="1" u="none" strike="noStrike" cap="none" dirty="0">
                        <a:latin typeface="Aharoni"/>
                        <a:ea typeface="Aharoni"/>
                        <a:cs typeface="Aharoni"/>
                        <a:sym typeface="Aharoni"/>
                      </a:endParaRPr>
                    </a:p>
                  </a:txBody>
                  <a:tcPr marL="71900" marR="7190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159" name="Google Shape;159;p5"/>
          <p:cNvPicPr preferRelativeResize="0"/>
          <p:nvPr/>
        </p:nvPicPr>
        <p:blipFill rotWithShape="1">
          <a:blip r:embed="rId3">
            <a:alphaModFix/>
          </a:blip>
          <a:srcRect/>
          <a:stretch/>
        </p:blipFill>
        <p:spPr>
          <a:xfrm>
            <a:off x="440942" y="457146"/>
            <a:ext cx="863885" cy="701416"/>
          </a:xfrm>
          <a:prstGeom prst="rect">
            <a:avLst/>
          </a:prstGeom>
          <a:noFill/>
          <a:ln>
            <a:noFill/>
          </a:ln>
        </p:spPr>
      </p:pic>
      <p:pic>
        <p:nvPicPr>
          <p:cNvPr id="160" name="Google Shape;160;p5"/>
          <p:cNvPicPr preferRelativeResize="0"/>
          <p:nvPr/>
        </p:nvPicPr>
        <p:blipFill rotWithShape="1">
          <a:blip r:embed="rId4">
            <a:alphaModFix/>
          </a:blip>
          <a:srcRect/>
          <a:stretch/>
        </p:blipFill>
        <p:spPr>
          <a:xfrm>
            <a:off x="403471" y="3324760"/>
            <a:ext cx="2186877" cy="704215"/>
          </a:xfrm>
          <a:prstGeom prst="rect">
            <a:avLst/>
          </a:prstGeom>
          <a:noFill/>
          <a:ln>
            <a:noFill/>
          </a:ln>
        </p:spPr>
      </p:pic>
      <p:sp>
        <p:nvSpPr>
          <p:cNvPr id="161" name="Google Shape;161;p5"/>
          <p:cNvSpPr txBox="1">
            <a:spLocks noGrp="1"/>
          </p:cNvSpPr>
          <p:nvPr>
            <p:ph type="ftr" idx="11"/>
          </p:nvPr>
        </p:nvSpPr>
        <p:spPr>
          <a:xfrm>
            <a:off x="2504251" y="9909903"/>
            <a:ext cx="2551500" cy="569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iw"/>
              <a:t>Employee Safety Instructions</a:t>
            </a:r>
            <a:endParaRPr/>
          </a:p>
        </p:txBody>
      </p:sp>
      <p:pic>
        <p:nvPicPr>
          <p:cNvPr id="3" name="תמונה 2">
            <a:extLst>
              <a:ext uri="{FF2B5EF4-FFF2-40B4-BE49-F238E27FC236}">
                <a16:creationId xmlns:a16="http://schemas.microsoft.com/office/drawing/2014/main" id="{4ADC3389-036F-1282-F236-C1FF62C15010}"/>
              </a:ext>
            </a:extLst>
          </p:cNvPr>
          <p:cNvPicPr>
            <a:picLocks noChangeAspect="1"/>
          </p:cNvPicPr>
          <p:nvPr/>
        </p:nvPicPr>
        <p:blipFill>
          <a:blip r:embed="rId5"/>
          <a:stretch>
            <a:fillRect/>
          </a:stretch>
        </p:blipFill>
        <p:spPr>
          <a:xfrm>
            <a:off x="298616" y="10043465"/>
            <a:ext cx="1234909" cy="435538"/>
          </a:xfrm>
          <a:prstGeom prst="rect">
            <a:avLst/>
          </a:prstGeom>
        </p:spPr>
      </p:pic>
    </p:spTree>
  </p:cSld>
  <p:clrMapOvr>
    <a:masterClrMapping/>
  </p:clrMapOvr>
</p:sld>
</file>

<file path=ppt/theme/theme1.xml><?xml version="1.0" encoding="utf-8"?>
<a:theme xmlns:a="http://schemas.openxmlformats.org/drawingml/2006/main" name="ערכת נושא Office">
  <a:themeElements>
    <a:clrScheme name="ערכת נושא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1585</Words>
  <Application>Microsoft Office PowerPoint</Application>
  <PresentationFormat>מותאם אישית</PresentationFormat>
  <Paragraphs>177</Paragraphs>
  <Slides>5</Slides>
  <Notes>5</Notes>
  <HiddenSlides>0</HiddenSlides>
  <MMClips>0</MMClips>
  <ScaleCrop>false</ScaleCrop>
  <HeadingPairs>
    <vt:vector size="6" baseType="variant">
      <vt:variant>
        <vt:lpstr>גופנים בשימוש</vt:lpstr>
      </vt:variant>
      <vt:variant>
        <vt:i4>4</vt:i4>
      </vt:variant>
      <vt:variant>
        <vt:lpstr>ערכת נושא</vt:lpstr>
      </vt:variant>
      <vt:variant>
        <vt:i4>1</vt:i4>
      </vt:variant>
      <vt:variant>
        <vt:lpstr>כותרות שקופיות</vt:lpstr>
      </vt:variant>
      <vt:variant>
        <vt:i4>5</vt:i4>
      </vt:variant>
    </vt:vector>
  </HeadingPairs>
  <TitlesOfParts>
    <vt:vector size="10" baseType="lpstr">
      <vt:lpstr>Aharoni</vt:lpstr>
      <vt:lpstr>Arial</vt:lpstr>
      <vt:lpstr>Calibri</vt:lpstr>
      <vt:lpstr>Noto Sans Symbols</vt:lpstr>
      <vt:lpstr>ערכת נושא Office</vt:lpstr>
      <vt:lpstr>Summary of safety training and safety instructions for working on a construction site</vt:lpstr>
      <vt:lpstr>Summary of safety training and safety instructions for working on a construction site </vt:lpstr>
      <vt:lpstr>מצגת של PowerPoint‏</vt:lpstr>
      <vt:lpstr>Summary of safety training and safety instructions for working on a construction site </vt:lpstr>
      <vt:lpstr>Summary of safety training and safety instructions for working on a construction site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Mark Bazanov</dc:creator>
  <cp:lastModifiedBy>איתי ולדמן</cp:lastModifiedBy>
  <cp:revision>3</cp:revision>
  <dcterms:modified xsi:type="dcterms:W3CDTF">2026-08-22T17:49:34Z</dcterms:modified>
</cp:coreProperties>
</file>