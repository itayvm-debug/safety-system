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
  </p:notesMasterIdLst>
  <p:sldIdLst>
    <p:sldId id="256" r:id="rId2"/>
    <p:sldId id="257" r:id="rId3"/>
    <p:sldId id="258" r:id="rId4"/>
    <p:sldId id="259" r:id="rId5"/>
  </p:sldIdLst>
  <p:sldSz cx="7559675" cy="1069181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68">
          <p15:clr>
            <a:srgbClr val="747775"/>
          </p15:clr>
        </p15:guide>
        <p15:guide id="2" pos="2381">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ghGRV0hpt0LqA/u4Ts1xP/aMJzS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7DED320-BF34-43EF-AB3C-F1A0F038D450}">
  <a:tblStyle styleId="{F7DED320-BF34-43EF-AB3C-F1A0F038D450}" styleName="Table_0">
    <a:wholeTbl>
      <a:tcTxStyle b="off" i="off">
        <a:font>
          <a:latin typeface="Calibri"/>
          <a:ea typeface="Calibri"/>
          <a:cs typeface="Calibri"/>
        </a:font>
        <a:schemeClr val="dk1"/>
      </a:tcTxStyle>
      <a:tcStyle>
        <a:tcBdr>
          <a:left>
            <a:ln w="12700" cap="flat" cmpd="sng">
              <a:solidFill>
                <a:schemeClr val="accent4"/>
              </a:solidFill>
              <a:prstDash val="solid"/>
              <a:round/>
              <a:headEnd type="none" w="sm" len="sm"/>
              <a:tailEnd type="none" w="sm" len="sm"/>
            </a:ln>
          </a:left>
          <a:right>
            <a:ln w="12700" cap="flat" cmpd="sng">
              <a:solidFill>
                <a:schemeClr val="accent4"/>
              </a:solidFill>
              <a:prstDash val="solid"/>
              <a:round/>
              <a:headEnd type="none" w="sm" len="sm"/>
              <a:tailEnd type="none" w="sm" len="sm"/>
            </a:ln>
          </a:right>
          <a:top>
            <a:ln w="12700" cap="flat" cmpd="sng">
              <a:solidFill>
                <a:schemeClr val="accent4"/>
              </a:solidFill>
              <a:prstDash val="solid"/>
              <a:round/>
              <a:headEnd type="none" w="sm" len="sm"/>
              <a:tailEnd type="none" w="sm" len="sm"/>
            </a:ln>
          </a:top>
          <a:bottom>
            <a:ln w="12700" cap="flat" cmpd="sng">
              <a:solidFill>
                <a:schemeClr val="accent4"/>
              </a:solidFill>
              <a:prstDash val="solid"/>
              <a:round/>
              <a:headEnd type="none" w="sm" len="sm"/>
              <a:tailEnd type="none" w="sm" len="sm"/>
            </a:ln>
          </a:bottom>
          <a:insideH>
            <a:ln w="12700"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b="off" i="off"/>
      <a:tcStyle>
        <a:tcBdr/>
        <a:fill>
          <a:solidFill>
            <a:srgbClr val="FFF4E6"/>
          </a:solidFill>
        </a:fill>
      </a:tcStyle>
    </a:band1H>
    <a:band2H>
      <a:tcTxStyle b="off" i="off"/>
      <a:tcStyle>
        <a:tcBdr/>
      </a:tcStyle>
    </a:band2H>
    <a:band1V>
      <a:tcTxStyle b="off" i="off"/>
      <a:tcStyle>
        <a:tcBdr/>
        <a:fill>
          <a:solidFill>
            <a:srgbClr val="FFF4E6"/>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50800" cap="flat" cmpd="sng">
              <a:solidFill>
                <a:schemeClr val="accent4"/>
              </a:solidFill>
              <a:prstDash val="solid"/>
              <a:round/>
              <a:headEnd type="none" w="sm" len="sm"/>
              <a:tailEnd type="none" w="sm" len="sm"/>
            </a:ln>
          </a:top>
        </a:tcBdr>
        <a:fill>
          <a:solidFill>
            <a:schemeClr val="l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fill>
          <a:solidFill>
            <a:schemeClr val="accent4"/>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2672" y="104"/>
      </p:cViewPr>
      <p:guideLst>
        <p:guide orient="horz" pos="3368"/>
        <p:guide pos="23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customschemas.google.com/relationships/presentationmetadata" Target="metadata"/><Relationship Id="rId5" Type="http://schemas.openxmlformats.org/officeDocument/2006/relationships/slide" Target="slides/slide4.xml"/><Relationship Id="rId15" Type="http://schemas.openxmlformats.org/officeDocument/2006/relationships/tableStyles" Target="tableStyles.xml"/><Relationship Id="rId4" Type="http://schemas.openxmlformats.org/officeDocument/2006/relationships/slide" Target="slides/slide3.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2: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4" name="Google Shape;144;p4: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כותרת ותוכן" type="obj">
  <p:cSld name="OBJECT">
    <p:spTree>
      <p:nvGrpSpPr>
        <p:cNvPr id="1" name="Shape 11"/>
        <p:cNvGrpSpPr/>
        <p:nvPr/>
      </p:nvGrpSpPr>
      <p:grpSpPr>
        <a:xfrm>
          <a:off x="0" y="0"/>
          <a:ext cx="0" cy="0"/>
          <a:chOff x="0" y="0"/>
          <a:chExt cx="0" cy="0"/>
        </a:xfrm>
      </p:grpSpPr>
      <p:sp>
        <p:nvSpPr>
          <p:cNvPr id="12" name="Google Shape;12;p7"/>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7"/>
          <p:cNvSpPr txBox="1">
            <a:spLocks noGrp="1"/>
          </p:cNvSpPr>
          <p:nvPr>
            <p:ph type="body" idx="1"/>
          </p:nvPr>
        </p:nvSpPr>
        <p:spPr>
          <a:xfrm>
            <a:off x="519751" y="2846250"/>
            <a:ext cx="6520500" cy="67839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14" name="Google Shape;14;p7"/>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שקופית כותרת" type="title">
  <p:cSld name="TITLE">
    <p:spTree>
      <p:nvGrpSpPr>
        <p:cNvPr id="1" name="Shape 17"/>
        <p:cNvGrpSpPr/>
        <p:nvPr/>
      </p:nvGrpSpPr>
      <p:grpSpPr>
        <a:xfrm>
          <a:off x="0" y="0"/>
          <a:ext cx="0" cy="0"/>
          <a:chOff x="0" y="0"/>
          <a:chExt cx="0" cy="0"/>
        </a:xfrm>
      </p:grpSpPr>
      <p:sp>
        <p:nvSpPr>
          <p:cNvPr id="18" name="Google Shape;18;p8"/>
          <p:cNvSpPr txBox="1">
            <a:spLocks noGrp="1"/>
          </p:cNvSpPr>
          <p:nvPr>
            <p:ph type="ctrTitle"/>
          </p:nvPr>
        </p:nvSpPr>
        <p:spPr>
          <a:xfrm>
            <a:off x="567000" y="1749826"/>
            <a:ext cx="6426000" cy="3722400"/>
          </a:xfrm>
          <a:prstGeom prst="rect">
            <a:avLst/>
          </a:prstGeom>
          <a:noFill/>
          <a:ln>
            <a:noFill/>
          </a:ln>
        </p:spPr>
        <p:txBody>
          <a:bodyPr spcFirstLastPara="1" wrap="square" lIns="91425" tIns="45700" rIns="91425" bIns="45700" anchor="b" anchorCtr="0">
            <a:normAutofit/>
          </a:bodyPr>
          <a:lstStyle>
            <a:lvl1pPr lvl="0" algn="ctr" rtl="1">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8"/>
          <p:cNvSpPr txBox="1">
            <a:spLocks noGrp="1"/>
          </p:cNvSpPr>
          <p:nvPr>
            <p:ph type="subTitle" idx="1"/>
          </p:nvPr>
        </p:nvSpPr>
        <p:spPr>
          <a:xfrm>
            <a:off x="945000" y="5615776"/>
            <a:ext cx="5670000" cy="2581500"/>
          </a:xfrm>
          <a:prstGeom prst="rect">
            <a:avLst/>
          </a:prstGeom>
          <a:noFill/>
          <a:ln>
            <a:noFill/>
          </a:ln>
        </p:spPr>
        <p:txBody>
          <a:bodyPr spcFirstLastPara="1" wrap="square" lIns="91425" tIns="45700" rIns="91425" bIns="45700" anchor="t" anchorCtr="0">
            <a:normAutofit/>
          </a:bodyPr>
          <a:lstStyle>
            <a:lvl1pPr lvl="0" algn="ctr" rtl="1">
              <a:lnSpc>
                <a:spcPct val="90000"/>
              </a:lnSpc>
              <a:spcBef>
                <a:spcPts val="750"/>
              </a:spcBef>
              <a:spcAft>
                <a:spcPts val="0"/>
              </a:spcAft>
              <a:buClr>
                <a:schemeClr val="dk1"/>
              </a:buClr>
              <a:buSzPts val="1800"/>
              <a:buNone/>
              <a:defRPr sz="1800"/>
            </a:lvl1pPr>
            <a:lvl2pPr lvl="1" algn="ctr" rtl="1">
              <a:lnSpc>
                <a:spcPct val="90000"/>
              </a:lnSpc>
              <a:spcBef>
                <a:spcPts val="375"/>
              </a:spcBef>
              <a:spcAft>
                <a:spcPts val="0"/>
              </a:spcAft>
              <a:buClr>
                <a:schemeClr val="dk1"/>
              </a:buClr>
              <a:buSzPts val="1500"/>
              <a:buNone/>
              <a:defRPr sz="1500"/>
            </a:lvl2pPr>
            <a:lvl3pPr lvl="2" algn="ctr" rtl="1">
              <a:lnSpc>
                <a:spcPct val="90000"/>
              </a:lnSpc>
              <a:spcBef>
                <a:spcPts val="375"/>
              </a:spcBef>
              <a:spcAft>
                <a:spcPts val="0"/>
              </a:spcAft>
              <a:buClr>
                <a:schemeClr val="dk1"/>
              </a:buClr>
              <a:buSzPts val="1350"/>
              <a:buNone/>
              <a:defRPr sz="1350"/>
            </a:lvl3pPr>
            <a:lvl4pPr lvl="3" algn="ctr" rtl="1">
              <a:lnSpc>
                <a:spcPct val="90000"/>
              </a:lnSpc>
              <a:spcBef>
                <a:spcPts val="375"/>
              </a:spcBef>
              <a:spcAft>
                <a:spcPts val="0"/>
              </a:spcAft>
              <a:buClr>
                <a:schemeClr val="dk1"/>
              </a:buClr>
              <a:buSzPts val="1200"/>
              <a:buNone/>
              <a:defRPr sz="1200"/>
            </a:lvl4pPr>
            <a:lvl5pPr lvl="4" algn="ctr" rtl="1">
              <a:lnSpc>
                <a:spcPct val="90000"/>
              </a:lnSpc>
              <a:spcBef>
                <a:spcPts val="375"/>
              </a:spcBef>
              <a:spcAft>
                <a:spcPts val="0"/>
              </a:spcAft>
              <a:buClr>
                <a:schemeClr val="dk1"/>
              </a:buClr>
              <a:buSzPts val="1200"/>
              <a:buNone/>
              <a:defRPr sz="1200"/>
            </a:lvl5pPr>
            <a:lvl6pPr lvl="5" algn="ctr" rtl="1">
              <a:lnSpc>
                <a:spcPct val="90000"/>
              </a:lnSpc>
              <a:spcBef>
                <a:spcPts val="375"/>
              </a:spcBef>
              <a:spcAft>
                <a:spcPts val="0"/>
              </a:spcAft>
              <a:buClr>
                <a:schemeClr val="dk1"/>
              </a:buClr>
              <a:buSzPts val="1200"/>
              <a:buNone/>
              <a:defRPr sz="1200"/>
            </a:lvl6pPr>
            <a:lvl7pPr lvl="6" algn="ctr" rtl="1">
              <a:lnSpc>
                <a:spcPct val="90000"/>
              </a:lnSpc>
              <a:spcBef>
                <a:spcPts val="375"/>
              </a:spcBef>
              <a:spcAft>
                <a:spcPts val="0"/>
              </a:spcAft>
              <a:buClr>
                <a:schemeClr val="dk1"/>
              </a:buClr>
              <a:buSzPts val="1200"/>
              <a:buNone/>
              <a:defRPr sz="1200"/>
            </a:lvl7pPr>
            <a:lvl8pPr lvl="7" algn="ctr" rtl="1">
              <a:lnSpc>
                <a:spcPct val="90000"/>
              </a:lnSpc>
              <a:spcBef>
                <a:spcPts val="375"/>
              </a:spcBef>
              <a:spcAft>
                <a:spcPts val="0"/>
              </a:spcAft>
              <a:buClr>
                <a:schemeClr val="dk1"/>
              </a:buClr>
              <a:buSzPts val="1200"/>
              <a:buNone/>
              <a:defRPr sz="1200"/>
            </a:lvl8pPr>
            <a:lvl9pPr lvl="8" algn="ctr" rtl="1">
              <a:lnSpc>
                <a:spcPct val="90000"/>
              </a:lnSpc>
              <a:spcBef>
                <a:spcPts val="375"/>
              </a:spcBef>
              <a:spcAft>
                <a:spcPts val="0"/>
              </a:spcAft>
              <a:buClr>
                <a:schemeClr val="dk1"/>
              </a:buClr>
              <a:buSzPts val="1200"/>
              <a:buNone/>
              <a:defRPr sz="1200"/>
            </a:lvl9pPr>
          </a:lstStyle>
          <a:p>
            <a:endParaRPr/>
          </a:p>
        </p:txBody>
      </p:sp>
      <p:sp>
        <p:nvSpPr>
          <p:cNvPr id="20" name="Google Shape;20;p8"/>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כותרת מקטע עליונה"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515813" y="2665578"/>
            <a:ext cx="6520500" cy="4447500"/>
          </a:xfrm>
          <a:prstGeom prst="rect">
            <a:avLst/>
          </a:prstGeom>
          <a:noFill/>
          <a:ln>
            <a:noFill/>
          </a:ln>
        </p:spPr>
        <p:txBody>
          <a:bodyPr spcFirstLastPara="1" wrap="square" lIns="91425" tIns="45700" rIns="91425" bIns="45700" anchor="b" anchorCtr="0">
            <a:normAutofit/>
          </a:bodyPr>
          <a:lstStyle>
            <a:lvl1pPr lvl="0" algn="l" rtl="1">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515813" y="7155228"/>
            <a:ext cx="6520500" cy="2338800"/>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750"/>
              </a:spcBef>
              <a:spcAft>
                <a:spcPts val="0"/>
              </a:spcAft>
              <a:buClr>
                <a:schemeClr val="dk1"/>
              </a:buClr>
              <a:buSzPts val="1800"/>
              <a:buNone/>
              <a:defRPr sz="1800">
                <a:solidFill>
                  <a:schemeClr val="dk1"/>
                </a:solidFill>
              </a:defRPr>
            </a:lvl1pPr>
            <a:lvl2pPr marL="914400" lvl="1" indent="-228600" algn="r" rtl="1">
              <a:lnSpc>
                <a:spcPct val="90000"/>
              </a:lnSpc>
              <a:spcBef>
                <a:spcPts val="375"/>
              </a:spcBef>
              <a:spcAft>
                <a:spcPts val="0"/>
              </a:spcAft>
              <a:buClr>
                <a:srgbClr val="888888"/>
              </a:buClr>
              <a:buSzPts val="1500"/>
              <a:buNone/>
              <a:defRPr sz="1500">
                <a:solidFill>
                  <a:srgbClr val="888888"/>
                </a:solidFill>
              </a:defRPr>
            </a:lvl2pPr>
            <a:lvl3pPr marL="1371600" lvl="2" indent="-228600" algn="r" rtl="1">
              <a:lnSpc>
                <a:spcPct val="90000"/>
              </a:lnSpc>
              <a:spcBef>
                <a:spcPts val="375"/>
              </a:spcBef>
              <a:spcAft>
                <a:spcPts val="0"/>
              </a:spcAft>
              <a:buClr>
                <a:srgbClr val="888888"/>
              </a:buClr>
              <a:buSzPts val="1350"/>
              <a:buNone/>
              <a:defRPr sz="1350">
                <a:solidFill>
                  <a:srgbClr val="888888"/>
                </a:solidFill>
              </a:defRPr>
            </a:lvl3pPr>
            <a:lvl4pPr marL="1828800" lvl="3" indent="-228600" algn="r" rtl="1">
              <a:lnSpc>
                <a:spcPct val="90000"/>
              </a:lnSpc>
              <a:spcBef>
                <a:spcPts val="375"/>
              </a:spcBef>
              <a:spcAft>
                <a:spcPts val="0"/>
              </a:spcAft>
              <a:buClr>
                <a:srgbClr val="888888"/>
              </a:buClr>
              <a:buSzPts val="1200"/>
              <a:buNone/>
              <a:defRPr sz="1200">
                <a:solidFill>
                  <a:srgbClr val="888888"/>
                </a:solidFill>
              </a:defRPr>
            </a:lvl4pPr>
            <a:lvl5pPr marL="2286000" lvl="4" indent="-228600" algn="r" rtl="1">
              <a:lnSpc>
                <a:spcPct val="90000"/>
              </a:lnSpc>
              <a:spcBef>
                <a:spcPts val="375"/>
              </a:spcBef>
              <a:spcAft>
                <a:spcPts val="0"/>
              </a:spcAft>
              <a:buClr>
                <a:srgbClr val="888888"/>
              </a:buClr>
              <a:buSzPts val="1200"/>
              <a:buNone/>
              <a:defRPr sz="1200">
                <a:solidFill>
                  <a:srgbClr val="888888"/>
                </a:solidFill>
              </a:defRPr>
            </a:lvl5pPr>
            <a:lvl6pPr marL="2743200" lvl="5" indent="-228600" algn="r" rtl="1">
              <a:lnSpc>
                <a:spcPct val="90000"/>
              </a:lnSpc>
              <a:spcBef>
                <a:spcPts val="375"/>
              </a:spcBef>
              <a:spcAft>
                <a:spcPts val="0"/>
              </a:spcAft>
              <a:buClr>
                <a:srgbClr val="888888"/>
              </a:buClr>
              <a:buSzPts val="1200"/>
              <a:buNone/>
              <a:defRPr sz="1200">
                <a:solidFill>
                  <a:srgbClr val="888888"/>
                </a:solidFill>
              </a:defRPr>
            </a:lvl6pPr>
            <a:lvl7pPr marL="3200400" lvl="6" indent="-228600" algn="r" rtl="1">
              <a:lnSpc>
                <a:spcPct val="90000"/>
              </a:lnSpc>
              <a:spcBef>
                <a:spcPts val="375"/>
              </a:spcBef>
              <a:spcAft>
                <a:spcPts val="0"/>
              </a:spcAft>
              <a:buClr>
                <a:srgbClr val="888888"/>
              </a:buClr>
              <a:buSzPts val="1200"/>
              <a:buNone/>
              <a:defRPr sz="1200">
                <a:solidFill>
                  <a:srgbClr val="888888"/>
                </a:solidFill>
              </a:defRPr>
            </a:lvl7pPr>
            <a:lvl8pPr marL="3657600" lvl="7" indent="-228600" algn="r" rtl="1">
              <a:lnSpc>
                <a:spcPct val="90000"/>
              </a:lnSpc>
              <a:spcBef>
                <a:spcPts val="375"/>
              </a:spcBef>
              <a:spcAft>
                <a:spcPts val="0"/>
              </a:spcAft>
              <a:buClr>
                <a:srgbClr val="888888"/>
              </a:buClr>
              <a:buSzPts val="1200"/>
              <a:buNone/>
              <a:defRPr sz="1200">
                <a:solidFill>
                  <a:srgbClr val="888888"/>
                </a:solidFill>
              </a:defRPr>
            </a:lvl8pPr>
            <a:lvl9pPr marL="4114800" lvl="8" indent="-228600" algn="r" rtl="1">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26" name="Google Shape;26;p9"/>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9"/>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שני תכנים"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519751" y="2846250"/>
            <a:ext cx="3213000" cy="67839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32" name="Google Shape;32;p10"/>
          <p:cNvSpPr txBox="1">
            <a:spLocks noGrp="1"/>
          </p:cNvSpPr>
          <p:nvPr>
            <p:ph type="body" idx="2"/>
          </p:nvPr>
        </p:nvSpPr>
        <p:spPr>
          <a:xfrm>
            <a:off x="3827251" y="2846250"/>
            <a:ext cx="3213000" cy="67839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השוואה"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520735"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1"/>
          <p:cNvSpPr txBox="1">
            <a:spLocks noGrp="1"/>
          </p:cNvSpPr>
          <p:nvPr>
            <p:ph type="body" idx="1"/>
          </p:nvPr>
        </p:nvSpPr>
        <p:spPr>
          <a:xfrm>
            <a:off x="520735" y="2621026"/>
            <a:ext cx="3198300" cy="1284600"/>
          </a:xfrm>
          <a:prstGeom prst="rect">
            <a:avLst/>
          </a:prstGeom>
          <a:noFill/>
          <a:ln>
            <a:noFill/>
          </a:ln>
        </p:spPr>
        <p:txBody>
          <a:bodyPr spcFirstLastPara="1" wrap="square" lIns="91425" tIns="45700" rIns="91425" bIns="45700" anchor="b" anchorCtr="0">
            <a:normAutofit/>
          </a:bodyPr>
          <a:lstStyle>
            <a:lvl1pPr marL="457200" lvl="0" indent="-228600" algn="r" rtl="1">
              <a:lnSpc>
                <a:spcPct val="90000"/>
              </a:lnSpc>
              <a:spcBef>
                <a:spcPts val="750"/>
              </a:spcBef>
              <a:spcAft>
                <a:spcPts val="0"/>
              </a:spcAft>
              <a:buClr>
                <a:schemeClr val="dk1"/>
              </a:buClr>
              <a:buSzPts val="1800"/>
              <a:buNone/>
              <a:defRPr sz="1800" b="1"/>
            </a:lvl1pPr>
            <a:lvl2pPr marL="914400" lvl="1" indent="-228600" algn="r" rtl="1">
              <a:lnSpc>
                <a:spcPct val="90000"/>
              </a:lnSpc>
              <a:spcBef>
                <a:spcPts val="375"/>
              </a:spcBef>
              <a:spcAft>
                <a:spcPts val="0"/>
              </a:spcAft>
              <a:buClr>
                <a:schemeClr val="dk1"/>
              </a:buClr>
              <a:buSzPts val="1500"/>
              <a:buNone/>
              <a:defRPr sz="1500" b="1"/>
            </a:lvl2pPr>
            <a:lvl3pPr marL="1371600" lvl="2" indent="-228600" algn="r" rtl="1">
              <a:lnSpc>
                <a:spcPct val="90000"/>
              </a:lnSpc>
              <a:spcBef>
                <a:spcPts val="375"/>
              </a:spcBef>
              <a:spcAft>
                <a:spcPts val="0"/>
              </a:spcAft>
              <a:buClr>
                <a:schemeClr val="dk1"/>
              </a:buClr>
              <a:buSzPts val="1350"/>
              <a:buNone/>
              <a:defRPr sz="1350" b="1"/>
            </a:lvl3pPr>
            <a:lvl4pPr marL="1828800" lvl="3" indent="-228600" algn="r" rtl="1">
              <a:lnSpc>
                <a:spcPct val="90000"/>
              </a:lnSpc>
              <a:spcBef>
                <a:spcPts val="375"/>
              </a:spcBef>
              <a:spcAft>
                <a:spcPts val="0"/>
              </a:spcAft>
              <a:buClr>
                <a:schemeClr val="dk1"/>
              </a:buClr>
              <a:buSzPts val="1200"/>
              <a:buNone/>
              <a:defRPr sz="1200" b="1"/>
            </a:lvl4pPr>
            <a:lvl5pPr marL="2286000" lvl="4" indent="-228600" algn="r" rtl="1">
              <a:lnSpc>
                <a:spcPct val="90000"/>
              </a:lnSpc>
              <a:spcBef>
                <a:spcPts val="375"/>
              </a:spcBef>
              <a:spcAft>
                <a:spcPts val="0"/>
              </a:spcAft>
              <a:buClr>
                <a:schemeClr val="dk1"/>
              </a:buClr>
              <a:buSzPts val="1200"/>
              <a:buNone/>
              <a:defRPr sz="1200" b="1"/>
            </a:lvl5pPr>
            <a:lvl6pPr marL="2743200" lvl="5" indent="-228600" algn="r" rtl="1">
              <a:lnSpc>
                <a:spcPct val="90000"/>
              </a:lnSpc>
              <a:spcBef>
                <a:spcPts val="375"/>
              </a:spcBef>
              <a:spcAft>
                <a:spcPts val="0"/>
              </a:spcAft>
              <a:buClr>
                <a:schemeClr val="dk1"/>
              </a:buClr>
              <a:buSzPts val="1200"/>
              <a:buNone/>
              <a:defRPr sz="1200" b="1"/>
            </a:lvl6pPr>
            <a:lvl7pPr marL="3200400" lvl="6" indent="-228600" algn="r" rtl="1">
              <a:lnSpc>
                <a:spcPct val="90000"/>
              </a:lnSpc>
              <a:spcBef>
                <a:spcPts val="375"/>
              </a:spcBef>
              <a:spcAft>
                <a:spcPts val="0"/>
              </a:spcAft>
              <a:buClr>
                <a:schemeClr val="dk1"/>
              </a:buClr>
              <a:buSzPts val="1200"/>
              <a:buNone/>
              <a:defRPr sz="1200" b="1"/>
            </a:lvl7pPr>
            <a:lvl8pPr marL="3657600" lvl="7" indent="-228600" algn="r" rtl="1">
              <a:lnSpc>
                <a:spcPct val="90000"/>
              </a:lnSpc>
              <a:spcBef>
                <a:spcPts val="375"/>
              </a:spcBef>
              <a:spcAft>
                <a:spcPts val="0"/>
              </a:spcAft>
              <a:buClr>
                <a:schemeClr val="dk1"/>
              </a:buClr>
              <a:buSzPts val="1200"/>
              <a:buNone/>
              <a:defRPr sz="1200" b="1"/>
            </a:lvl8pPr>
            <a:lvl9pPr marL="4114800" lvl="8" indent="-228600" algn="r" rtl="1">
              <a:lnSpc>
                <a:spcPct val="90000"/>
              </a:lnSpc>
              <a:spcBef>
                <a:spcPts val="375"/>
              </a:spcBef>
              <a:spcAft>
                <a:spcPts val="0"/>
              </a:spcAft>
              <a:buClr>
                <a:schemeClr val="dk1"/>
              </a:buClr>
              <a:buSzPts val="1200"/>
              <a:buNone/>
              <a:defRPr sz="1200" b="1"/>
            </a:lvl9pPr>
          </a:lstStyle>
          <a:p>
            <a:endParaRPr/>
          </a:p>
        </p:txBody>
      </p:sp>
      <p:sp>
        <p:nvSpPr>
          <p:cNvPr id="39" name="Google Shape;39;p11"/>
          <p:cNvSpPr txBox="1">
            <a:spLocks noGrp="1"/>
          </p:cNvSpPr>
          <p:nvPr>
            <p:ph type="body" idx="2"/>
          </p:nvPr>
        </p:nvSpPr>
        <p:spPr>
          <a:xfrm>
            <a:off x="520735" y="3905550"/>
            <a:ext cx="3198300" cy="57444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40" name="Google Shape;40;p11"/>
          <p:cNvSpPr txBox="1">
            <a:spLocks noGrp="1"/>
          </p:cNvSpPr>
          <p:nvPr>
            <p:ph type="body" idx="3"/>
          </p:nvPr>
        </p:nvSpPr>
        <p:spPr>
          <a:xfrm>
            <a:off x="3827251" y="2621026"/>
            <a:ext cx="3213900" cy="1284600"/>
          </a:xfrm>
          <a:prstGeom prst="rect">
            <a:avLst/>
          </a:prstGeom>
          <a:noFill/>
          <a:ln>
            <a:noFill/>
          </a:ln>
        </p:spPr>
        <p:txBody>
          <a:bodyPr spcFirstLastPara="1" wrap="square" lIns="91425" tIns="45700" rIns="91425" bIns="45700" anchor="b" anchorCtr="0">
            <a:normAutofit/>
          </a:bodyPr>
          <a:lstStyle>
            <a:lvl1pPr marL="457200" lvl="0" indent="-228600" algn="r" rtl="1">
              <a:lnSpc>
                <a:spcPct val="90000"/>
              </a:lnSpc>
              <a:spcBef>
                <a:spcPts val="750"/>
              </a:spcBef>
              <a:spcAft>
                <a:spcPts val="0"/>
              </a:spcAft>
              <a:buClr>
                <a:schemeClr val="dk1"/>
              </a:buClr>
              <a:buSzPts val="1800"/>
              <a:buNone/>
              <a:defRPr sz="1800" b="1"/>
            </a:lvl1pPr>
            <a:lvl2pPr marL="914400" lvl="1" indent="-228600" algn="r" rtl="1">
              <a:lnSpc>
                <a:spcPct val="90000"/>
              </a:lnSpc>
              <a:spcBef>
                <a:spcPts val="375"/>
              </a:spcBef>
              <a:spcAft>
                <a:spcPts val="0"/>
              </a:spcAft>
              <a:buClr>
                <a:schemeClr val="dk1"/>
              </a:buClr>
              <a:buSzPts val="1500"/>
              <a:buNone/>
              <a:defRPr sz="1500" b="1"/>
            </a:lvl2pPr>
            <a:lvl3pPr marL="1371600" lvl="2" indent="-228600" algn="r" rtl="1">
              <a:lnSpc>
                <a:spcPct val="90000"/>
              </a:lnSpc>
              <a:spcBef>
                <a:spcPts val="375"/>
              </a:spcBef>
              <a:spcAft>
                <a:spcPts val="0"/>
              </a:spcAft>
              <a:buClr>
                <a:schemeClr val="dk1"/>
              </a:buClr>
              <a:buSzPts val="1350"/>
              <a:buNone/>
              <a:defRPr sz="1350" b="1"/>
            </a:lvl3pPr>
            <a:lvl4pPr marL="1828800" lvl="3" indent="-228600" algn="r" rtl="1">
              <a:lnSpc>
                <a:spcPct val="90000"/>
              </a:lnSpc>
              <a:spcBef>
                <a:spcPts val="375"/>
              </a:spcBef>
              <a:spcAft>
                <a:spcPts val="0"/>
              </a:spcAft>
              <a:buClr>
                <a:schemeClr val="dk1"/>
              </a:buClr>
              <a:buSzPts val="1200"/>
              <a:buNone/>
              <a:defRPr sz="1200" b="1"/>
            </a:lvl4pPr>
            <a:lvl5pPr marL="2286000" lvl="4" indent="-228600" algn="r" rtl="1">
              <a:lnSpc>
                <a:spcPct val="90000"/>
              </a:lnSpc>
              <a:spcBef>
                <a:spcPts val="375"/>
              </a:spcBef>
              <a:spcAft>
                <a:spcPts val="0"/>
              </a:spcAft>
              <a:buClr>
                <a:schemeClr val="dk1"/>
              </a:buClr>
              <a:buSzPts val="1200"/>
              <a:buNone/>
              <a:defRPr sz="1200" b="1"/>
            </a:lvl5pPr>
            <a:lvl6pPr marL="2743200" lvl="5" indent="-228600" algn="r" rtl="1">
              <a:lnSpc>
                <a:spcPct val="90000"/>
              </a:lnSpc>
              <a:spcBef>
                <a:spcPts val="375"/>
              </a:spcBef>
              <a:spcAft>
                <a:spcPts val="0"/>
              </a:spcAft>
              <a:buClr>
                <a:schemeClr val="dk1"/>
              </a:buClr>
              <a:buSzPts val="1200"/>
              <a:buNone/>
              <a:defRPr sz="1200" b="1"/>
            </a:lvl6pPr>
            <a:lvl7pPr marL="3200400" lvl="6" indent="-228600" algn="r" rtl="1">
              <a:lnSpc>
                <a:spcPct val="90000"/>
              </a:lnSpc>
              <a:spcBef>
                <a:spcPts val="375"/>
              </a:spcBef>
              <a:spcAft>
                <a:spcPts val="0"/>
              </a:spcAft>
              <a:buClr>
                <a:schemeClr val="dk1"/>
              </a:buClr>
              <a:buSzPts val="1200"/>
              <a:buNone/>
              <a:defRPr sz="1200" b="1"/>
            </a:lvl7pPr>
            <a:lvl8pPr marL="3657600" lvl="7" indent="-228600" algn="r" rtl="1">
              <a:lnSpc>
                <a:spcPct val="90000"/>
              </a:lnSpc>
              <a:spcBef>
                <a:spcPts val="375"/>
              </a:spcBef>
              <a:spcAft>
                <a:spcPts val="0"/>
              </a:spcAft>
              <a:buClr>
                <a:schemeClr val="dk1"/>
              </a:buClr>
              <a:buSzPts val="1200"/>
              <a:buNone/>
              <a:defRPr sz="1200" b="1"/>
            </a:lvl8pPr>
            <a:lvl9pPr marL="4114800" lvl="8" indent="-228600" algn="r" rtl="1">
              <a:lnSpc>
                <a:spcPct val="90000"/>
              </a:lnSpc>
              <a:spcBef>
                <a:spcPts val="375"/>
              </a:spcBef>
              <a:spcAft>
                <a:spcPts val="0"/>
              </a:spcAft>
              <a:buClr>
                <a:schemeClr val="dk1"/>
              </a:buClr>
              <a:buSzPts val="1200"/>
              <a:buNone/>
              <a:defRPr sz="1200" b="1"/>
            </a:lvl9pPr>
          </a:lstStyle>
          <a:p>
            <a:endParaRPr/>
          </a:p>
        </p:txBody>
      </p:sp>
      <p:sp>
        <p:nvSpPr>
          <p:cNvPr id="41" name="Google Shape;41;p11"/>
          <p:cNvSpPr txBox="1">
            <a:spLocks noGrp="1"/>
          </p:cNvSpPr>
          <p:nvPr>
            <p:ph type="body" idx="4"/>
          </p:nvPr>
        </p:nvSpPr>
        <p:spPr>
          <a:xfrm>
            <a:off x="3827251" y="3905550"/>
            <a:ext cx="3213900" cy="57444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42" name="Google Shape;42;p11"/>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1"/>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כותרת בלבד"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2"/>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2"/>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ריק"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תוכן עם כיתוב"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520735" y="712800"/>
            <a:ext cx="2438400" cy="2494800"/>
          </a:xfrm>
          <a:prstGeom prst="rect">
            <a:avLst/>
          </a:prstGeom>
          <a:noFill/>
          <a:ln>
            <a:noFill/>
          </a:ln>
        </p:spPr>
        <p:txBody>
          <a:bodyPr spcFirstLastPara="1" wrap="square" lIns="91425" tIns="45700" rIns="91425" bIns="45700" anchor="b" anchorCtr="0">
            <a:normAutofit/>
          </a:bodyPr>
          <a:lstStyle>
            <a:lvl1pPr lvl="0" algn="l" rtl="1">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3213984" y="1539452"/>
            <a:ext cx="3827400" cy="7598100"/>
          </a:xfrm>
          <a:prstGeom prst="rect">
            <a:avLst/>
          </a:prstGeom>
          <a:noFill/>
          <a:ln>
            <a:noFill/>
          </a:ln>
        </p:spPr>
        <p:txBody>
          <a:bodyPr spcFirstLastPara="1" wrap="square" lIns="91425" tIns="45700" rIns="91425" bIns="45700" anchor="t" anchorCtr="0">
            <a:normAutofit/>
          </a:bodyPr>
          <a:lstStyle>
            <a:lvl1pPr marL="457200" lvl="0" indent="-381000" algn="r" rtl="1">
              <a:lnSpc>
                <a:spcPct val="90000"/>
              </a:lnSpc>
              <a:spcBef>
                <a:spcPts val="750"/>
              </a:spcBef>
              <a:spcAft>
                <a:spcPts val="0"/>
              </a:spcAft>
              <a:buClr>
                <a:schemeClr val="dk1"/>
              </a:buClr>
              <a:buSzPts val="2400"/>
              <a:buChar char="•"/>
              <a:defRPr sz="2400"/>
            </a:lvl1pPr>
            <a:lvl2pPr marL="914400" lvl="1" indent="-361950" algn="r" rtl="1">
              <a:lnSpc>
                <a:spcPct val="90000"/>
              </a:lnSpc>
              <a:spcBef>
                <a:spcPts val="375"/>
              </a:spcBef>
              <a:spcAft>
                <a:spcPts val="0"/>
              </a:spcAft>
              <a:buClr>
                <a:schemeClr val="dk1"/>
              </a:buClr>
              <a:buSzPts val="2100"/>
              <a:buChar char="•"/>
              <a:defRPr sz="2100"/>
            </a:lvl2pPr>
            <a:lvl3pPr marL="1371600" lvl="2" indent="-342900" algn="r" rtl="1">
              <a:lnSpc>
                <a:spcPct val="90000"/>
              </a:lnSpc>
              <a:spcBef>
                <a:spcPts val="375"/>
              </a:spcBef>
              <a:spcAft>
                <a:spcPts val="0"/>
              </a:spcAft>
              <a:buClr>
                <a:schemeClr val="dk1"/>
              </a:buClr>
              <a:buSzPts val="1800"/>
              <a:buChar char="•"/>
              <a:defRPr sz="1800"/>
            </a:lvl3pPr>
            <a:lvl4pPr marL="1828800" lvl="3" indent="-323850" algn="r" rtl="1">
              <a:lnSpc>
                <a:spcPct val="90000"/>
              </a:lnSpc>
              <a:spcBef>
                <a:spcPts val="375"/>
              </a:spcBef>
              <a:spcAft>
                <a:spcPts val="0"/>
              </a:spcAft>
              <a:buClr>
                <a:schemeClr val="dk1"/>
              </a:buClr>
              <a:buSzPts val="1500"/>
              <a:buChar char="•"/>
              <a:defRPr sz="1500"/>
            </a:lvl4pPr>
            <a:lvl5pPr marL="2286000" lvl="4" indent="-323850" algn="r" rtl="1">
              <a:lnSpc>
                <a:spcPct val="90000"/>
              </a:lnSpc>
              <a:spcBef>
                <a:spcPts val="375"/>
              </a:spcBef>
              <a:spcAft>
                <a:spcPts val="0"/>
              </a:spcAft>
              <a:buClr>
                <a:schemeClr val="dk1"/>
              </a:buClr>
              <a:buSzPts val="1500"/>
              <a:buChar char="•"/>
              <a:defRPr sz="1500"/>
            </a:lvl5pPr>
            <a:lvl6pPr marL="2743200" lvl="5" indent="-323850" algn="r" rtl="1">
              <a:lnSpc>
                <a:spcPct val="90000"/>
              </a:lnSpc>
              <a:spcBef>
                <a:spcPts val="375"/>
              </a:spcBef>
              <a:spcAft>
                <a:spcPts val="0"/>
              </a:spcAft>
              <a:buClr>
                <a:schemeClr val="dk1"/>
              </a:buClr>
              <a:buSzPts val="1500"/>
              <a:buChar char="•"/>
              <a:defRPr sz="1500"/>
            </a:lvl6pPr>
            <a:lvl7pPr marL="3200400" lvl="6" indent="-323850" algn="r" rtl="1">
              <a:lnSpc>
                <a:spcPct val="90000"/>
              </a:lnSpc>
              <a:spcBef>
                <a:spcPts val="375"/>
              </a:spcBef>
              <a:spcAft>
                <a:spcPts val="0"/>
              </a:spcAft>
              <a:buClr>
                <a:schemeClr val="dk1"/>
              </a:buClr>
              <a:buSzPts val="1500"/>
              <a:buChar char="•"/>
              <a:defRPr sz="1500"/>
            </a:lvl7pPr>
            <a:lvl8pPr marL="3657600" lvl="7" indent="-323850" algn="r" rtl="1">
              <a:lnSpc>
                <a:spcPct val="90000"/>
              </a:lnSpc>
              <a:spcBef>
                <a:spcPts val="375"/>
              </a:spcBef>
              <a:spcAft>
                <a:spcPts val="0"/>
              </a:spcAft>
              <a:buClr>
                <a:schemeClr val="dk1"/>
              </a:buClr>
              <a:buSzPts val="1500"/>
              <a:buChar char="•"/>
              <a:defRPr sz="1500"/>
            </a:lvl8pPr>
            <a:lvl9pPr marL="4114800" lvl="8" indent="-323850" algn="r" rtl="1">
              <a:lnSpc>
                <a:spcPct val="90000"/>
              </a:lnSpc>
              <a:spcBef>
                <a:spcPts val="375"/>
              </a:spcBef>
              <a:spcAft>
                <a:spcPts val="0"/>
              </a:spcAft>
              <a:buClr>
                <a:schemeClr val="dk1"/>
              </a:buClr>
              <a:buSzPts val="1500"/>
              <a:buChar char="•"/>
              <a:defRPr sz="1500"/>
            </a:lvl9pPr>
          </a:lstStyle>
          <a:p>
            <a:endParaRPr/>
          </a:p>
        </p:txBody>
      </p:sp>
      <p:sp>
        <p:nvSpPr>
          <p:cNvPr id="57" name="Google Shape;57;p14"/>
          <p:cNvSpPr txBox="1">
            <a:spLocks noGrp="1"/>
          </p:cNvSpPr>
          <p:nvPr>
            <p:ph type="body" idx="2"/>
          </p:nvPr>
        </p:nvSpPr>
        <p:spPr>
          <a:xfrm>
            <a:off x="520735" y="3207600"/>
            <a:ext cx="2438400" cy="5942400"/>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750"/>
              </a:spcBef>
              <a:spcAft>
                <a:spcPts val="0"/>
              </a:spcAft>
              <a:buClr>
                <a:schemeClr val="dk1"/>
              </a:buClr>
              <a:buSzPts val="1200"/>
              <a:buNone/>
              <a:defRPr sz="1200"/>
            </a:lvl1pPr>
            <a:lvl2pPr marL="914400" lvl="1" indent="-228600" algn="r" rtl="1">
              <a:lnSpc>
                <a:spcPct val="90000"/>
              </a:lnSpc>
              <a:spcBef>
                <a:spcPts val="375"/>
              </a:spcBef>
              <a:spcAft>
                <a:spcPts val="0"/>
              </a:spcAft>
              <a:buClr>
                <a:schemeClr val="dk1"/>
              </a:buClr>
              <a:buSzPts val="1050"/>
              <a:buNone/>
              <a:defRPr sz="1050"/>
            </a:lvl2pPr>
            <a:lvl3pPr marL="1371600" lvl="2" indent="-228600" algn="r" rtl="1">
              <a:lnSpc>
                <a:spcPct val="90000"/>
              </a:lnSpc>
              <a:spcBef>
                <a:spcPts val="375"/>
              </a:spcBef>
              <a:spcAft>
                <a:spcPts val="0"/>
              </a:spcAft>
              <a:buClr>
                <a:schemeClr val="dk1"/>
              </a:buClr>
              <a:buSzPts val="900"/>
              <a:buNone/>
              <a:defRPr sz="900"/>
            </a:lvl3pPr>
            <a:lvl4pPr marL="1828800" lvl="3" indent="-228600" algn="r" rtl="1">
              <a:lnSpc>
                <a:spcPct val="90000"/>
              </a:lnSpc>
              <a:spcBef>
                <a:spcPts val="375"/>
              </a:spcBef>
              <a:spcAft>
                <a:spcPts val="0"/>
              </a:spcAft>
              <a:buClr>
                <a:schemeClr val="dk1"/>
              </a:buClr>
              <a:buSzPts val="750"/>
              <a:buNone/>
              <a:defRPr sz="750"/>
            </a:lvl4pPr>
            <a:lvl5pPr marL="2286000" lvl="4" indent="-228600" algn="r" rtl="1">
              <a:lnSpc>
                <a:spcPct val="90000"/>
              </a:lnSpc>
              <a:spcBef>
                <a:spcPts val="375"/>
              </a:spcBef>
              <a:spcAft>
                <a:spcPts val="0"/>
              </a:spcAft>
              <a:buClr>
                <a:schemeClr val="dk1"/>
              </a:buClr>
              <a:buSzPts val="750"/>
              <a:buNone/>
              <a:defRPr sz="750"/>
            </a:lvl5pPr>
            <a:lvl6pPr marL="2743200" lvl="5" indent="-228600" algn="r" rtl="1">
              <a:lnSpc>
                <a:spcPct val="90000"/>
              </a:lnSpc>
              <a:spcBef>
                <a:spcPts val="375"/>
              </a:spcBef>
              <a:spcAft>
                <a:spcPts val="0"/>
              </a:spcAft>
              <a:buClr>
                <a:schemeClr val="dk1"/>
              </a:buClr>
              <a:buSzPts val="750"/>
              <a:buNone/>
              <a:defRPr sz="750"/>
            </a:lvl6pPr>
            <a:lvl7pPr marL="3200400" lvl="6" indent="-228600" algn="r" rtl="1">
              <a:lnSpc>
                <a:spcPct val="90000"/>
              </a:lnSpc>
              <a:spcBef>
                <a:spcPts val="375"/>
              </a:spcBef>
              <a:spcAft>
                <a:spcPts val="0"/>
              </a:spcAft>
              <a:buClr>
                <a:schemeClr val="dk1"/>
              </a:buClr>
              <a:buSzPts val="750"/>
              <a:buNone/>
              <a:defRPr sz="750"/>
            </a:lvl7pPr>
            <a:lvl8pPr marL="3657600" lvl="7" indent="-228600" algn="r" rtl="1">
              <a:lnSpc>
                <a:spcPct val="90000"/>
              </a:lnSpc>
              <a:spcBef>
                <a:spcPts val="375"/>
              </a:spcBef>
              <a:spcAft>
                <a:spcPts val="0"/>
              </a:spcAft>
              <a:buClr>
                <a:schemeClr val="dk1"/>
              </a:buClr>
              <a:buSzPts val="750"/>
              <a:buNone/>
              <a:defRPr sz="750"/>
            </a:lvl8pPr>
            <a:lvl9pPr marL="4114800" lvl="8" indent="-228600" algn="r" rtl="1">
              <a:lnSpc>
                <a:spcPct val="90000"/>
              </a:lnSpc>
              <a:spcBef>
                <a:spcPts val="375"/>
              </a:spcBef>
              <a:spcAft>
                <a:spcPts val="0"/>
              </a:spcAft>
              <a:buClr>
                <a:schemeClr val="dk1"/>
              </a:buClr>
              <a:buSzPts val="750"/>
              <a:buNone/>
              <a:defRPr sz="750"/>
            </a:lvl9pPr>
          </a:lstStyle>
          <a:p>
            <a:endParaRPr/>
          </a:p>
        </p:txBody>
      </p:sp>
      <p:sp>
        <p:nvSpPr>
          <p:cNvPr id="58" name="Google Shape;58;p14"/>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תמונה עם כיתוב"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520735" y="712800"/>
            <a:ext cx="2438400" cy="2494800"/>
          </a:xfrm>
          <a:prstGeom prst="rect">
            <a:avLst/>
          </a:prstGeom>
          <a:noFill/>
          <a:ln>
            <a:noFill/>
          </a:ln>
        </p:spPr>
        <p:txBody>
          <a:bodyPr spcFirstLastPara="1" wrap="square" lIns="91425" tIns="45700" rIns="91425" bIns="45700" anchor="b" anchorCtr="0">
            <a:normAutofit/>
          </a:bodyPr>
          <a:lstStyle>
            <a:lvl1pPr lvl="0" algn="l" rtl="1">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5"/>
          <p:cNvSpPr>
            <a:spLocks noGrp="1"/>
          </p:cNvSpPr>
          <p:nvPr>
            <p:ph type="pic" idx="2"/>
          </p:nvPr>
        </p:nvSpPr>
        <p:spPr>
          <a:xfrm>
            <a:off x="3213984" y="1539452"/>
            <a:ext cx="3827400" cy="7598100"/>
          </a:xfrm>
          <a:prstGeom prst="rect">
            <a:avLst/>
          </a:prstGeom>
          <a:noFill/>
          <a:ln>
            <a:noFill/>
          </a:ln>
        </p:spPr>
      </p:sp>
      <p:sp>
        <p:nvSpPr>
          <p:cNvPr id="64" name="Google Shape;64;p15"/>
          <p:cNvSpPr txBox="1">
            <a:spLocks noGrp="1"/>
          </p:cNvSpPr>
          <p:nvPr>
            <p:ph type="body" idx="1"/>
          </p:nvPr>
        </p:nvSpPr>
        <p:spPr>
          <a:xfrm>
            <a:off x="520735" y="3207600"/>
            <a:ext cx="2438400" cy="5942400"/>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750"/>
              </a:spcBef>
              <a:spcAft>
                <a:spcPts val="0"/>
              </a:spcAft>
              <a:buClr>
                <a:schemeClr val="dk1"/>
              </a:buClr>
              <a:buSzPts val="1200"/>
              <a:buNone/>
              <a:defRPr sz="1200"/>
            </a:lvl1pPr>
            <a:lvl2pPr marL="914400" lvl="1" indent="-228600" algn="r" rtl="1">
              <a:lnSpc>
                <a:spcPct val="90000"/>
              </a:lnSpc>
              <a:spcBef>
                <a:spcPts val="375"/>
              </a:spcBef>
              <a:spcAft>
                <a:spcPts val="0"/>
              </a:spcAft>
              <a:buClr>
                <a:schemeClr val="dk1"/>
              </a:buClr>
              <a:buSzPts val="1050"/>
              <a:buNone/>
              <a:defRPr sz="1050"/>
            </a:lvl2pPr>
            <a:lvl3pPr marL="1371600" lvl="2" indent="-228600" algn="r" rtl="1">
              <a:lnSpc>
                <a:spcPct val="90000"/>
              </a:lnSpc>
              <a:spcBef>
                <a:spcPts val="375"/>
              </a:spcBef>
              <a:spcAft>
                <a:spcPts val="0"/>
              </a:spcAft>
              <a:buClr>
                <a:schemeClr val="dk1"/>
              </a:buClr>
              <a:buSzPts val="900"/>
              <a:buNone/>
              <a:defRPr sz="900"/>
            </a:lvl3pPr>
            <a:lvl4pPr marL="1828800" lvl="3" indent="-228600" algn="r" rtl="1">
              <a:lnSpc>
                <a:spcPct val="90000"/>
              </a:lnSpc>
              <a:spcBef>
                <a:spcPts val="375"/>
              </a:spcBef>
              <a:spcAft>
                <a:spcPts val="0"/>
              </a:spcAft>
              <a:buClr>
                <a:schemeClr val="dk1"/>
              </a:buClr>
              <a:buSzPts val="750"/>
              <a:buNone/>
              <a:defRPr sz="750"/>
            </a:lvl4pPr>
            <a:lvl5pPr marL="2286000" lvl="4" indent="-228600" algn="r" rtl="1">
              <a:lnSpc>
                <a:spcPct val="90000"/>
              </a:lnSpc>
              <a:spcBef>
                <a:spcPts val="375"/>
              </a:spcBef>
              <a:spcAft>
                <a:spcPts val="0"/>
              </a:spcAft>
              <a:buClr>
                <a:schemeClr val="dk1"/>
              </a:buClr>
              <a:buSzPts val="750"/>
              <a:buNone/>
              <a:defRPr sz="750"/>
            </a:lvl5pPr>
            <a:lvl6pPr marL="2743200" lvl="5" indent="-228600" algn="r" rtl="1">
              <a:lnSpc>
                <a:spcPct val="90000"/>
              </a:lnSpc>
              <a:spcBef>
                <a:spcPts val="375"/>
              </a:spcBef>
              <a:spcAft>
                <a:spcPts val="0"/>
              </a:spcAft>
              <a:buClr>
                <a:schemeClr val="dk1"/>
              </a:buClr>
              <a:buSzPts val="750"/>
              <a:buNone/>
              <a:defRPr sz="750"/>
            </a:lvl6pPr>
            <a:lvl7pPr marL="3200400" lvl="6" indent="-228600" algn="r" rtl="1">
              <a:lnSpc>
                <a:spcPct val="90000"/>
              </a:lnSpc>
              <a:spcBef>
                <a:spcPts val="375"/>
              </a:spcBef>
              <a:spcAft>
                <a:spcPts val="0"/>
              </a:spcAft>
              <a:buClr>
                <a:schemeClr val="dk1"/>
              </a:buClr>
              <a:buSzPts val="750"/>
              <a:buNone/>
              <a:defRPr sz="750"/>
            </a:lvl7pPr>
            <a:lvl8pPr marL="3657600" lvl="7" indent="-228600" algn="r" rtl="1">
              <a:lnSpc>
                <a:spcPct val="90000"/>
              </a:lnSpc>
              <a:spcBef>
                <a:spcPts val="375"/>
              </a:spcBef>
              <a:spcAft>
                <a:spcPts val="0"/>
              </a:spcAft>
              <a:buClr>
                <a:schemeClr val="dk1"/>
              </a:buClr>
              <a:buSzPts val="750"/>
              <a:buNone/>
              <a:defRPr sz="750"/>
            </a:lvl8pPr>
            <a:lvl9pPr marL="4114800" lvl="8" indent="-228600" algn="r" rtl="1">
              <a:lnSpc>
                <a:spcPct val="90000"/>
              </a:lnSpc>
              <a:spcBef>
                <a:spcPts val="375"/>
              </a:spcBef>
              <a:spcAft>
                <a:spcPts val="0"/>
              </a:spcAft>
              <a:buClr>
                <a:schemeClr val="dk1"/>
              </a:buClr>
              <a:buSzPts val="750"/>
              <a:buNone/>
              <a:defRPr sz="750"/>
            </a:lvl9pPr>
          </a:lstStyle>
          <a:p>
            <a:endParaRPr/>
          </a:p>
        </p:txBody>
      </p:sp>
      <p:sp>
        <p:nvSpPr>
          <p:cNvPr id="65" name="Google Shape;65;p15"/>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כותרת וטקסט אנכי"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88051" y="2977950"/>
            <a:ext cx="6783900" cy="65205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כותרת אנכית וטקסט"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1694701" y="4284600"/>
            <a:ext cx="9060900" cy="16302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612724" y="2701800"/>
            <a:ext cx="9060900" cy="47958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marR="0" lvl="0" algn="l" rtl="1">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519751" y="2846250"/>
            <a:ext cx="6520500" cy="6783900"/>
          </a:xfrm>
          <a:prstGeom prst="rect">
            <a:avLst/>
          </a:prstGeom>
          <a:noFill/>
          <a:ln>
            <a:noFill/>
          </a:ln>
        </p:spPr>
        <p:txBody>
          <a:bodyPr spcFirstLastPara="1" wrap="square" lIns="91425" tIns="45700" rIns="91425" bIns="45700" anchor="t" anchorCtr="0">
            <a:normAutofit/>
          </a:bodyPr>
          <a:lstStyle>
            <a:lvl1pPr marL="457200" marR="0" lvl="0" indent="-361950" algn="r" rtl="1">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r" rtl="1">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r" rtl="1">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Google Shape;85;p1"/>
          <p:cNvSpPr txBox="1">
            <a:spLocks noGrp="1"/>
          </p:cNvSpPr>
          <p:nvPr>
            <p:ph type="title"/>
          </p:nvPr>
        </p:nvSpPr>
        <p:spPr>
          <a:xfrm>
            <a:off x="0" y="908326"/>
            <a:ext cx="7560000" cy="366300"/>
          </a:xfrm>
          <a:prstGeom prst="rect">
            <a:avLst/>
          </a:prstGeom>
          <a:noFill/>
          <a:ln>
            <a:noFill/>
          </a:ln>
        </p:spPr>
        <p:txBody>
          <a:bodyPr spcFirstLastPara="1" wrap="square" lIns="91425" tIns="45700" rIns="91425" bIns="45700" anchor="ctr" anchorCtr="0">
            <a:noAutofit/>
          </a:bodyPr>
          <a:lstStyle/>
          <a:p>
            <a:pPr marL="0" lvl="0" indent="0" algn="ctr" rtl="1">
              <a:lnSpc>
                <a:spcPct val="90000"/>
              </a:lnSpc>
              <a:spcBef>
                <a:spcPts val="0"/>
              </a:spcBef>
              <a:spcAft>
                <a:spcPts val="0"/>
              </a:spcAft>
              <a:buClr>
                <a:schemeClr val="dk1"/>
              </a:buClr>
              <a:buSzPts val="2160"/>
              <a:buFont typeface="Aharoni"/>
              <a:buNone/>
            </a:pPr>
            <a:r>
              <a:rPr lang="iw" sz="2160" b="1" u="sng">
                <a:latin typeface="Aharoni"/>
                <a:ea typeface="Aharoni"/>
                <a:cs typeface="Aharoni"/>
                <a:sym typeface="Aharoni"/>
              </a:rPr>
              <a:t>ملخص تدريبات السلامة وتعليمات السلامة للعمل في موقع البناء</a:t>
            </a:r>
            <a:endParaRPr sz="2970"/>
          </a:p>
        </p:txBody>
      </p:sp>
      <p:sp>
        <p:nvSpPr>
          <p:cNvPr id="86" name="Google Shape;86;p1"/>
          <p:cNvSpPr txBox="1">
            <a:spLocks noGrp="1"/>
          </p:cNvSpPr>
          <p:nvPr>
            <p:ph type="body" idx="1"/>
          </p:nvPr>
        </p:nvSpPr>
        <p:spPr>
          <a:xfrm>
            <a:off x="0" y="1429726"/>
            <a:ext cx="7560000" cy="491100"/>
          </a:xfrm>
          <a:prstGeom prst="rect">
            <a:avLst/>
          </a:prstGeom>
          <a:noFill/>
          <a:ln>
            <a:noFill/>
          </a:ln>
        </p:spPr>
        <p:txBody>
          <a:bodyPr spcFirstLastPara="1" wrap="square" lIns="91425" tIns="45700" rIns="91425" bIns="45700" anchor="t" anchorCtr="0">
            <a:noAutofit/>
          </a:bodyPr>
          <a:lstStyle/>
          <a:p>
            <a:pPr marL="0" lvl="0" indent="0" algn="r" rtl="1">
              <a:lnSpc>
                <a:spcPct val="90000"/>
              </a:lnSpc>
              <a:spcBef>
                <a:spcPts val="0"/>
              </a:spcBef>
              <a:spcAft>
                <a:spcPts val="0"/>
              </a:spcAft>
              <a:buClr>
                <a:schemeClr val="dk1"/>
              </a:buClr>
              <a:buSzPts val="2800"/>
              <a:buNone/>
            </a:pPr>
            <a:r>
              <a:rPr lang="iw" sz="2800" u="sng">
                <a:latin typeface="Aharoni"/>
                <a:ea typeface="Aharoni"/>
                <a:cs typeface="Aharoni"/>
                <a:sym typeface="Aharoni"/>
              </a:rPr>
              <a:t>معدات الحماية الشخصية</a:t>
            </a:r>
            <a:endParaRPr/>
          </a:p>
        </p:txBody>
      </p:sp>
      <p:graphicFrame>
        <p:nvGraphicFramePr>
          <p:cNvPr id="87" name="Google Shape;87;p1"/>
          <p:cNvGraphicFramePr/>
          <p:nvPr/>
        </p:nvGraphicFramePr>
        <p:xfrm>
          <a:off x="157937" y="2694550"/>
          <a:ext cx="7244150" cy="2367280"/>
        </p:xfrm>
        <a:graphic>
          <a:graphicData uri="http://schemas.openxmlformats.org/drawingml/2006/table">
            <a:tbl>
              <a:tblPr firstRow="1" firstCol="1" bandRow="1">
                <a:noFill/>
                <a:tableStyleId>{F7DED320-BF34-43EF-AB3C-F1A0F038D450}</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التأثير السلبي</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سيناريو الفشل/السلبية</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إزالة المخاطر/تقليلها/الوقاية منها</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الإصابات الفسيولوجية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إصابات الأطراف والعين</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الأضرار الصحية</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عدم استخدام معدات الوقاية الشخصية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عدم فحص معدات الوقاية الشخصية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الاستخدام غير السليم لمعدات الوقاية الشخصية</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سيُجهّز كل موظف بأحذية عمل قياسية، وخوذة واقية، وسترة عاكسة.</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كما سيستخدم الموظف معدات حماية شخصية إضافية حسب نوع العمل، ووفقًا لقانون معدات الحماية الشخصية، وتعليمات الشركة المصنعة. لأي استفسارات بخصوص هذا الموضوع، يُرجى التواصل مع وزارة الدفاع.</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في حال وجود أي عطل في المعدات، يُرجى استبدالها فورًا.</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يُشكّل توقيعي على هذه الوثيقة التزامًا باستخدام معدات الحماية الشخصية، والالتزام بالإحاطة التي تلقيتها.</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rgbClr val="000000"/>
                        </a:buClr>
                        <a:buSzPts val="1039"/>
                        <a:buFont typeface="Aharoni"/>
                        <a:buNone/>
                      </a:pP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88" name="Google Shape;88;p1"/>
          <p:cNvPicPr preferRelativeResize="0"/>
          <p:nvPr/>
        </p:nvPicPr>
        <p:blipFill rotWithShape="1">
          <a:blip r:embed="rId3">
            <a:alphaModFix/>
          </a:blip>
          <a:srcRect r="74905"/>
          <a:stretch/>
        </p:blipFill>
        <p:spPr>
          <a:xfrm>
            <a:off x="223818" y="1346631"/>
            <a:ext cx="959266" cy="701761"/>
          </a:xfrm>
          <a:prstGeom prst="rect">
            <a:avLst/>
          </a:prstGeom>
          <a:noFill/>
          <a:ln>
            <a:noFill/>
          </a:ln>
        </p:spPr>
      </p:pic>
      <p:pic>
        <p:nvPicPr>
          <p:cNvPr id="89" name="Google Shape;89;p1"/>
          <p:cNvPicPr preferRelativeResize="0"/>
          <p:nvPr/>
        </p:nvPicPr>
        <p:blipFill rotWithShape="1">
          <a:blip r:embed="rId3">
            <a:alphaModFix/>
          </a:blip>
          <a:srcRect l="36083" r="33518"/>
          <a:stretch/>
        </p:blipFill>
        <p:spPr>
          <a:xfrm>
            <a:off x="1329904" y="1346631"/>
            <a:ext cx="1162000" cy="701761"/>
          </a:xfrm>
          <a:prstGeom prst="rect">
            <a:avLst/>
          </a:prstGeom>
          <a:noFill/>
          <a:ln>
            <a:noFill/>
          </a:ln>
        </p:spPr>
      </p:pic>
      <p:pic>
        <p:nvPicPr>
          <p:cNvPr id="90" name="Google Shape;90;p1"/>
          <p:cNvPicPr preferRelativeResize="0"/>
          <p:nvPr/>
        </p:nvPicPr>
        <p:blipFill rotWithShape="1">
          <a:blip r:embed="rId3">
            <a:alphaModFix/>
          </a:blip>
          <a:srcRect l="75636"/>
          <a:stretch/>
        </p:blipFill>
        <p:spPr>
          <a:xfrm>
            <a:off x="2558632" y="1346631"/>
            <a:ext cx="931267" cy="701761"/>
          </a:xfrm>
          <a:prstGeom prst="rect">
            <a:avLst/>
          </a:prstGeom>
          <a:noFill/>
          <a:ln>
            <a:noFill/>
          </a:ln>
        </p:spPr>
      </p:pic>
      <p:sp>
        <p:nvSpPr>
          <p:cNvPr id="91" name="Google Shape;91;p1"/>
          <p:cNvSpPr txBox="1"/>
          <p:nvPr/>
        </p:nvSpPr>
        <p:spPr>
          <a:xfrm>
            <a:off x="167903" y="2056468"/>
            <a:ext cx="1161900" cy="3663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chemeClr val="dk1"/>
              </a:buClr>
              <a:buSzPts val="1155"/>
              <a:buFont typeface="Arial"/>
              <a:buNone/>
            </a:pPr>
            <a:r>
              <a:rPr lang="iw" sz="1155" b="1" i="0" u="none" strike="noStrike" cap="none">
                <a:solidFill>
                  <a:schemeClr val="dk1"/>
                </a:solidFill>
                <a:latin typeface="Aharoni"/>
                <a:ea typeface="Aharoni"/>
                <a:cs typeface="Aharoni"/>
                <a:sym typeface="Aharoni"/>
              </a:rPr>
              <a:t>النظارات الواقية ضرورية!</a:t>
            </a:r>
            <a:endParaRPr sz="770" b="0" i="0" u="none" strike="noStrike" cap="none">
              <a:solidFill>
                <a:srgbClr val="000000"/>
              </a:solidFill>
              <a:latin typeface="Arial"/>
              <a:ea typeface="Arial"/>
              <a:cs typeface="Arial"/>
              <a:sym typeface="Arial"/>
            </a:endParaRPr>
          </a:p>
        </p:txBody>
      </p:sp>
      <p:sp>
        <p:nvSpPr>
          <p:cNvPr id="92" name="Google Shape;92;p1"/>
          <p:cNvSpPr txBox="1"/>
          <p:nvPr/>
        </p:nvSpPr>
        <p:spPr>
          <a:xfrm>
            <a:off x="1329904" y="2048391"/>
            <a:ext cx="1161900" cy="356400"/>
          </a:xfrm>
          <a:prstGeom prst="rect">
            <a:avLst/>
          </a:prstGeom>
          <a:noFill/>
          <a:ln>
            <a:noFill/>
          </a:ln>
        </p:spPr>
        <p:txBody>
          <a:bodyPr spcFirstLastPara="1" wrap="square" lIns="91425" tIns="45700" rIns="91425" bIns="45700" anchor="t" anchorCtr="0">
            <a:noAutofit/>
          </a:bodyPr>
          <a:lstStyle/>
          <a:p>
            <a:pPr marL="0" marR="0" lvl="0" indent="0" algn="ctr" rtl="1">
              <a:lnSpc>
                <a:spcPct val="70000"/>
              </a:lnSpc>
              <a:spcBef>
                <a:spcPts val="0"/>
              </a:spcBef>
              <a:spcAft>
                <a:spcPts val="0"/>
              </a:spcAft>
              <a:buClr>
                <a:schemeClr val="dk1"/>
              </a:buClr>
              <a:buSzPts val="1155"/>
              <a:buFont typeface="Arial"/>
              <a:buNone/>
            </a:pPr>
            <a:r>
              <a:rPr lang="iw" sz="1155" b="1" i="0" u="none" strike="noStrike" cap="none">
                <a:solidFill>
                  <a:schemeClr val="dk1"/>
                </a:solidFill>
                <a:latin typeface="Aharoni"/>
                <a:ea typeface="Aharoni"/>
                <a:cs typeface="Aharoni"/>
                <a:sym typeface="Aharoni"/>
              </a:rPr>
              <a:t>ارتداء خوذة واقية إلزامي</a:t>
            </a:r>
            <a:endParaRPr sz="770" b="0" i="0" u="none" strike="noStrike" cap="none">
              <a:solidFill>
                <a:srgbClr val="000000"/>
              </a:solidFill>
              <a:latin typeface="Arial"/>
              <a:ea typeface="Arial"/>
              <a:cs typeface="Arial"/>
              <a:sym typeface="Arial"/>
            </a:endParaRPr>
          </a:p>
        </p:txBody>
      </p:sp>
      <p:sp>
        <p:nvSpPr>
          <p:cNvPr id="93" name="Google Shape;93;p1"/>
          <p:cNvSpPr txBox="1"/>
          <p:nvPr/>
        </p:nvSpPr>
        <p:spPr>
          <a:xfrm>
            <a:off x="2415797" y="2056468"/>
            <a:ext cx="1161900" cy="356400"/>
          </a:xfrm>
          <a:prstGeom prst="rect">
            <a:avLst/>
          </a:prstGeom>
          <a:noFill/>
          <a:ln>
            <a:noFill/>
          </a:ln>
        </p:spPr>
        <p:txBody>
          <a:bodyPr spcFirstLastPara="1" wrap="square" lIns="91425" tIns="45700" rIns="91425" bIns="45700" anchor="t" anchorCtr="0">
            <a:noAutofit/>
          </a:bodyPr>
          <a:lstStyle/>
          <a:p>
            <a:pPr marL="0" marR="0" lvl="0" indent="0" algn="ctr" rtl="1">
              <a:lnSpc>
                <a:spcPct val="70000"/>
              </a:lnSpc>
              <a:spcBef>
                <a:spcPts val="0"/>
              </a:spcBef>
              <a:spcAft>
                <a:spcPts val="0"/>
              </a:spcAft>
              <a:buClr>
                <a:schemeClr val="dk1"/>
              </a:buClr>
              <a:buSzPts val="1155"/>
              <a:buFont typeface="Arial"/>
              <a:buNone/>
            </a:pPr>
            <a:r>
              <a:rPr lang="iw" sz="1155" b="1" i="0" u="none" strike="noStrike" cap="none">
                <a:solidFill>
                  <a:schemeClr val="dk1"/>
                </a:solidFill>
                <a:latin typeface="Aharoni"/>
                <a:ea typeface="Aharoni"/>
                <a:cs typeface="Aharoni"/>
                <a:sym typeface="Aharoni"/>
              </a:rPr>
              <a:t>الأحذية الواقية إلزامية</a:t>
            </a:r>
            <a:endParaRPr sz="770" b="0" i="0" u="none" strike="noStrike" cap="none">
              <a:solidFill>
                <a:srgbClr val="000000"/>
              </a:solidFill>
              <a:latin typeface="Arial"/>
              <a:ea typeface="Arial"/>
              <a:cs typeface="Arial"/>
              <a:sym typeface="Arial"/>
            </a:endParaRPr>
          </a:p>
        </p:txBody>
      </p:sp>
      <p:cxnSp>
        <p:nvCxnSpPr>
          <p:cNvPr id="94" name="Google Shape;94;p1"/>
          <p:cNvCxnSpPr/>
          <p:nvPr/>
        </p:nvCxnSpPr>
        <p:spPr>
          <a:xfrm>
            <a:off x="9978" y="5516913"/>
            <a:ext cx="7560000" cy="0"/>
          </a:xfrm>
          <a:prstGeom prst="straightConnector1">
            <a:avLst/>
          </a:prstGeom>
          <a:noFill/>
          <a:ln w="38100" cap="flat" cmpd="sng">
            <a:solidFill>
              <a:schemeClr val="dk1"/>
            </a:solidFill>
            <a:prstDash val="solid"/>
            <a:miter lim="800000"/>
            <a:headEnd type="none" w="sm" len="sm"/>
            <a:tailEnd type="none" w="sm" len="sm"/>
          </a:ln>
        </p:spPr>
      </p:cxnSp>
      <p:pic>
        <p:nvPicPr>
          <p:cNvPr id="95" name="Google Shape;95;p1"/>
          <p:cNvPicPr preferRelativeResize="0"/>
          <p:nvPr/>
        </p:nvPicPr>
        <p:blipFill rotWithShape="1">
          <a:blip r:embed="rId4">
            <a:alphaModFix/>
          </a:blip>
          <a:srcRect/>
          <a:stretch/>
        </p:blipFill>
        <p:spPr>
          <a:xfrm>
            <a:off x="157588" y="5931046"/>
            <a:ext cx="1323537" cy="946755"/>
          </a:xfrm>
          <a:prstGeom prst="rect">
            <a:avLst/>
          </a:prstGeom>
          <a:noFill/>
          <a:ln>
            <a:noFill/>
          </a:ln>
        </p:spPr>
      </p:pic>
      <p:sp>
        <p:nvSpPr>
          <p:cNvPr id="96" name="Google Shape;96;p1"/>
          <p:cNvSpPr txBox="1"/>
          <p:nvPr/>
        </p:nvSpPr>
        <p:spPr>
          <a:xfrm>
            <a:off x="1481125" y="6049749"/>
            <a:ext cx="1330200" cy="3951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تحذير</a:t>
            </a:r>
            <a:endParaRPr sz="1300" b="1" i="0" u="none" strike="noStrike" cap="none">
              <a:solidFill>
                <a:srgbClr val="FF0000"/>
              </a:solidFill>
              <a:latin typeface="Aharoni"/>
              <a:ea typeface="Aharoni"/>
              <a:cs typeface="Aharoni"/>
              <a:sym typeface="Aharoni"/>
            </a:endParaRPr>
          </a:p>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جرار متحرك</a:t>
            </a:r>
            <a:endParaRPr sz="1300" b="1" i="0" u="none" strike="noStrike" cap="none">
              <a:solidFill>
                <a:srgbClr val="FF0000"/>
              </a:solidFill>
              <a:latin typeface="Aharoni"/>
              <a:ea typeface="Aharoni"/>
              <a:cs typeface="Aharoni"/>
              <a:sym typeface="Aharoni"/>
            </a:endParaRPr>
          </a:p>
        </p:txBody>
      </p:sp>
      <p:sp>
        <p:nvSpPr>
          <p:cNvPr id="97" name="Google Shape;97;p1"/>
          <p:cNvSpPr txBox="1"/>
          <p:nvPr/>
        </p:nvSpPr>
        <p:spPr>
          <a:xfrm>
            <a:off x="-157913" y="6178749"/>
            <a:ext cx="7560000" cy="491100"/>
          </a:xfrm>
          <a:prstGeom prst="rect">
            <a:avLst/>
          </a:prstGeom>
          <a:noFill/>
          <a:ln>
            <a:noFill/>
          </a:ln>
        </p:spPr>
        <p:txBody>
          <a:bodyPr spcFirstLastPara="1" wrap="square" lIns="91425" tIns="45700" rIns="91425" bIns="45700" anchor="t" anchorCtr="0">
            <a:noAutofit/>
          </a:bodyPr>
          <a:lstStyle/>
          <a:p>
            <a:pPr marL="0" marR="0" lvl="0" indent="0" algn="r" rtl="1">
              <a:lnSpc>
                <a:spcPct val="90000"/>
              </a:lnSpc>
              <a:spcBef>
                <a:spcPts val="0"/>
              </a:spcBef>
              <a:spcAft>
                <a:spcPts val="0"/>
              </a:spcAft>
              <a:buClr>
                <a:schemeClr val="dk1"/>
              </a:buClr>
              <a:buSzPts val="2800"/>
              <a:buFont typeface="Arial"/>
              <a:buNone/>
            </a:pPr>
            <a:r>
              <a:rPr lang="iw" sz="2800" b="1" i="0" u="sng" strike="noStrike" cap="none">
                <a:solidFill>
                  <a:schemeClr val="dk1"/>
                </a:solidFill>
                <a:latin typeface="Aharoni"/>
                <a:ea typeface="Aharoni"/>
                <a:cs typeface="Aharoni"/>
                <a:sym typeface="Aharoni"/>
              </a:rPr>
              <a:t>المعدات الميكانيكية الهندسية</a:t>
            </a:r>
            <a:endParaRPr sz="1400" b="0" i="0" u="none" strike="noStrike" cap="none">
              <a:solidFill>
                <a:srgbClr val="000000"/>
              </a:solidFill>
              <a:latin typeface="Arial"/>
              <a:ea typeface="Arial"/>
              <a:cs typeface="Arial"/>
              <a:sym typeface="Arial"/>
            </a:endParaRPr>
          </a:p>
        </p:txBody>
      </p:sp>
      <p:graphicFrame>
        <p:nvGraphicFramePr>
          <p:cNvPr id="98" name="Google Shape;98;p1"/>
          <p:cNvGraphicFramePr/>
          <p:nvPr/>
        </p:nvGraphicFramePr>
        <p:xfrm>
          <a:off x="167903" y="7127409"/>
          <a:ext cx="7244150" cy="2706243"/>
        </p:xfrm>
        <a:graphic>
          <a:graphicData uri="http://schemas.openxmlformats.org/drawingml/2006/table">
            <a:tbl>
              <a:tblPr firstRow="1" firstCol="1" bandRow="1">
                <a:noFill/>
                <a:tableStyleId>{F7DED320-BF34-43EF-AB3C-F1A0F038D450}</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التأثير السلبي</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سيناريو الفشل/السلبية</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إزالة المخاطر/تقليلها/الوقاية منها</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دهس</a:t>
                      </a:r>
                      <a:endParaRPr sz="1039" b="0"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إصابة جسدية</a:t>
                      </a:r>
                      <a:endParaRPr sz="1039" b="0"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انزلاق</a:t>
                      </a:r>
                      <a:endParaRPr sz="1039" b="0"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القطع المكسورة</a:t>
                      </a:r>
                      <a:endParaRPr sz="1039" b="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التشغيل من قبل أشخاص غير مرخص لهم أو عديمي الخبرة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إصابة العمال أثناء انتقالهم للعمل</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سقوط العمال من المعدات الهندسية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انقلاب المعدات الميكانيكية الهندسية</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37598" algn="r" rtl="1">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تشغيل المعدات الميكانيكية الهندسية من قِبل فنيين مرخصين وذوي خبرة فقط.</a:t>
                      </a: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تحتوي المعدات الميكانيكية الهندسية على بوق للرجوع للخلف، ومصابيح أمامية، وخطوط مضيئة، وعلامة فارقة.</a:t>
                      </a: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عند التحرك أو العمل، يُرجى الانتباه والحفاظ على مسافة أمان. اقترب من المعدات الميكانيكية الهندسية مع التواصل البصري مع المشغل.</a:t>
                      </a: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احذر من المعدات الميكانيكية الهندسية التي تسير في الاتجاه المعاكس، أو التي تسير في الاتجاه المعاكس برفقة مرافق.</a:t>
                      </a: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السرعة القصوى 10 كم/ساعة، الصعود/النزول من المركبة من الأماكن المحددة.</a:t>
                      </a: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99" name="Google Shape;99;p1"/>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iw"/>
              <a:t>تعليمات سلامة الموظفين</a:t>
            </a:r>
            <a:endParaRPr/>
          </a:p>
        </p:txBody>
      </p:sp>
      <p:pic>
        <p:nvPicPr>
          <p:cNvPr id="2" name="תמונה 1">
            <a:extLst>
              <a:ext uri="{FF2B5EF4-FFF2-40B4-BE49-F238E27FC236}">
                <a16:creationId xmlns:a16="http://schemas.microsoft.com/office/drawing/2014/main" id="{0E71DFC0-28F0-6A3F-A18D-CE02A9D77417}"/>
              </a:ext>
            </a:extLst>
          </p:cNvPr>
          <p:cNvPicPr>
            <a:picLocks noChangeAspect="1"/>
          </p:cNvPicPr>
          <p:nvPr/>
        </p:nvPicPr>
        <p:blipFill>
          <a:blip r:embed="rId5"/>
          <a:stretch>
            <a:fillRect/>
          </a:stretch>
        </p:blipFill>
        <p:spPr>
          <a:xfrm>
            <a:off x="133803" y="98364"/>
            <a:ext cx="2012422" cy="70975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
          <p:cNvSpPr txBox="1">
            <a:spLocks noGrp="1"/>
          </p:cNvSpPr>
          <p:nvPr>
            <p:ph type="title"/>
          </p:nvPr>
        </p:nvSpPr>
        <p:spPr>
          <a:xfrm>
            <a:off x="0" y="908326"/>
            <a:ext cx="7560000" cy="366300"/>
          </a:xfrm>
          <a:prstGeom prst="rect">
            <a:avLst/>
          </a:prstGeom>
          <a:noFill/>
          <a:ln>
            <a:noFill/>
          </a:ln>
        </p:spPr>
        <p:txBody>
          <a:bodyPr spcFirstLastPara="1" wrap="square" lIns="91425" tIns="45700" rIns="91425" bIns="45700" anchor="ctr" anchorCtr="0">
            <a:noAutofit/>
          </a:bodyPr>
          <a:lstStyle/>
          <a:p>
            <a:pPr marL="0" lvl="0" indent="0" algn="ctr" rtl="1">
              <a:lnSpc>
                <a:spcPct val="90000"/>
              </a:lnSpc>
              <a:spcBef>
                <a:spcPts val="0"/>
              </a:spcBef>
              <a:spcAft>
                <a:spcPts val="0"/>
              </a:spcAft>
              <a:buClr>
                <a:schemeClr val="dk1"/>
              </a:buClr>
              <a:buSzPts val="1980"/>
              <a:buFont typeface="Aharoni"/>
              <a:buNone/>
            </a:pPr>
            <a:r>
              <a:rPr lang="iw" sz="1979" b="1" u="sng">
                <a:latin typeface="Aharoni"/>
                <a:ea typeface="Aharoni"/>
                <a:cs typeface="Aharoni"/>
                <a:sym typeface="Aharoni"/>
              </a:rPr>
              <a:t>ملخص تدريبات السلامة وتعليمات السلامة للعمل في موقع البناء</a:t>
            </a:r>
            <a:endParaRPr sz="2970"/>
          </a:p>
        </p:txBody>
      </p:sp>
      <p:sp>
        <p:nvSpPr>
          <p:cNvPr id="105" name="Google Shape;105;p2"/>
          <p:cNvSpPr txBox="1">
            <a:spLocks noGrp="1"/>
          </p:cNvSpPr>
          <p:nvPr>
            <p:ph type="body" idx="1"/>
          </p:nvPr>
        </p:nvSpPr>
        <p:spPr>
          <a:xfrm>
            <a:off x="0" y="1350931"/>
            <a:ext cx="7560000" cy="491100"/>
          </a:xfrm>
          <a:prstGeom prst="rect">
            <a:avLst/>
          </a:prstGeom>
          <a:noFill/>
          <a:ln>
            <a:noFill/>
          </a:ln>
        </p:spPr>
        <p:txBody>
          <a:bodyPr spcFirstLastPara="1" wrap="square" lIns="91425" tIns="45700" rIns="91425" bIns="45700" anchor="t" anchorCtr="0">
            <a:noAutofit/>
          </a:bodyPr>
          <a:lstStyle/>
          <a:p>
            <a:pPr marL="0" lvl="0" indent="0" algn="r" rtl="1">
              <a:lnSpc>
                <a:spcPct val="90000"/>
              </a:lnSpc>
              <a:spcBef>
                <a:spcPts val="0"/>
              </a:spcBef>
              <a:spcAft>
                <a:spcPts val="0"/>
              </a:spcAft>
              <a:buClr>
                <a:schemeClr val="dk1"/>
              </a:buClr>
              <a:buSzPts val="2800"/>
              <a:buNone/>
            </a:pPr>
            <a:r>
              <a:rPr lang="iw" sz="2800" b="1" u="sng">
                <a:latin typeface="Aharoni"/>
                <a:ea typeface="Aharoni"/>
                <a:cs typeface="Aharoni"/>
                <a:sym typeface="Aharoni"/>
              </a:rPr>
              <a:t>العمل على ارتفاع</a:t>
            </a:r>
            <a:endParaRPr/>
          </a:p>
        </p:txBody>
      </p:sp>
      <p:graphicFrame>
        <p:nvGraphicFramePr>
          <p:cNvPr id="106" name="Google Shape;106;p2"/>
          <p:cNvGraphicFramePr/>
          <p:nvPr/>
        </p:nvGraphicFramePr>
        <p:xfrm>
          <a:off x="194555" y="2044861"/>
          <a:ext cx="7244150" cy="4570540"/>
        </p:xfrm>
        <a:graphic>
          <a:graphicData uri="http://schemas.openxmlformats.org/drawingml/2006/table">
            <a:tbl>
              <a:tblPr firstRow="1" firstCol="1" bandRow="1">
                <a:noFill/>
                <a:tableStyleId>{F7DED320-BF34-43EF-AB3C-F1A0F038D450}</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التأثير السلبي</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سيناريو الفشل/السلبية</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إزالة المخاطر/تقليلها/الوقاية منها</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السقوط من المرتفعات والسقالات</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السقوط من معدات العمل المرتفعة مثل المنصات والسلالم</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الصدمة الكهربائية من المرتفعات</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موظف غير مؤهل أو ماهر في أداء العمل على ارتفاعات عالية.</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معدات عمل غير صحيحة/غير صحيحة/غير مناسبة.</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لا يوجد حاجز حماية قياسي وآمن لمنع السقوط.</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عطل في نقطة التثبيت.</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rgbClr val="000000"/>
                        </a:buClr>
                        <a:buSzPts val="1039"/>
                        <a:buFont typeface="Aharoni"/>
                        <a:buNone/>
                      </a:pP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التعريف: العمل على ارتفاعات عالية مع خطر السقوط حتى عمق مترين.</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لا يوجد حاجز حماية قياسي، مما قد يؤدي إلى إمالة جسم الإنسان إلى ما بعد الحاجز، من ارتفاع سلة الرفع الخاصة بمعدات العمل.</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سلة رفع سقالة آلية.</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معدات الحماية الشخصية ووسائل المساعدة للعمل على ارتفاعات عالية: يجب فحصها قبل الاستخدام، والعمل وفقًا للوائح العمل على ارتفاعات عالية وتعليمات الشركة المصنعة. يُرجى الإبلاغ عن أي عيب أو عطل.</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السلالم: يُمنع الصعود حتى متر واحد من الحافة العلوية، ويُحظر المشي عليها، ولا يُسمح بالعمل لفترات طويلة.</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منصات وسلال السقالات: العمل بإذن من رئيس العمال.</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السقالات/أسطح العمل: يُمنع تفكيك الأجزاء، بعرض لا يقل عن 60 سم، ويُمنع الصعود/النزول من السلالم، ويُمنع وضع سلم على السقالة.</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عام: العمل في ظروف جوية وإضاءة مناسبة للعمل وتشغيل المعدات، نقطة تثبيت 1.5 طن، العمل على ارتفاع شخصين على الأقل، الاستخدام الإلزامي لخوذة مزودة بخوذة، حزام أمان كامل للجسم، نظام أمان لمنع السقوط.</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07" name="Google Shape;107;p2"/>
          <p:cNvSpPr txBox="1"/>
          <p:nvPr/>
        </p:nvSpPr>
        <p:spPr>
          <a:xfrm>
            <a:off x="733791" y="1350931"/>
            <a:ext cx="1512000" cy="5619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750"/>
              </a:spcBef>
              <a:spcAft>
                <a:spcPts val="0"/>
              </a:spcAft>
              <a:buClr>
                <a:srgbClr val="FF0000"/>
              </a:buClr>
              <a:buSzPts val="1200"/>
              <a:buFont typeface="Arial"/>
              <a:buNone/>
            </a:pPr>
            <a:r>
              <a:rPr lang="iw" sz="1200" b="1" i="0" u="none" strike="noStrike" cap="none">
                <a:solidFill>
                  <a:schemeClr val="dk1"/>
                </a:solidFill>
                <a:latin typeface="Aharoni"/>
                <a:ea typeface="Aharoni"/>
                <a:cs typeface="Aharoni"/>
                <a:sym typeface="Aharoni"/>
              </a:rPr>
              <a:t>سلم تالف</a:t>
            </a:r>
            <a:endParaRPr sz="1200" b="1" i="0" u="none" strike="noStrike" cap="none">
              <a:solidFill>
                <a:schemeClr val="dk1"/>
              </a:solidFill>
              <a:latin typeface="Aharoni"/>
              <a:ea typeface="Aharoni"/>
              <a:cs typeface="Aharoni"/>
              <a:sym typeface="Aharoni"/>
            </a:endParaRPr>
          </a:p>
          <a:p>
            <a:pPr marL="0" marR="0" lvl="0" indent="0" algn="ctr" rtl="1">
              <a:lnSpc>
                <a:spcPct val="90000"/>
              </a:lnSpc>
              <a:spcBef>
                <a:spcPts val="750"/>
              </a:spcBef>
              <a:spcAft>
                <a:spcPts val="0"/>
              </a:spcAft>
              <a:buClr>
                <a:srgbClr val="FF0000"/>
              </a:buClr>
              <a:buSzPts val="1200"/>
              <a:buFont typeface="Arial"/>
              <a:buNone/>
            </a:pPr>
            <a:r>
              <a:rPr lang="iw" sz="1200" b="1" i="0" u="none" strike="noStrike" cap="none">
                <a:solidFill>
                  <a:schemeClr val="dk1"/>
                </a:solidFill>
                <a:latin typeface="Aharoni"/>
                <a:ea typeface="Aharoni"/>
                <a:cs typeface="Aharoni"/>
                <a:sym typeface="Aharoni"/>
              </a:rPr>
              <a:t>ممنوع الاستخدام</a:t>
            </a:r>
            <a:endParaRPr sz="1200" b="1" i="0" u="none" strike="noStrike" cap="none">
              <a:solidFill>
                <a:schemeClr val="dk1"/>
              </a:solidFill>
              <a:latin typeface="Aharoni"/>
              <a:ea typeface="Aharoni"/>
              <a:cs typeface="Aharoni"/>
              <a:sym typeface="Aharoni"/>
            </a:endParaRPr>
          </a:p>
        </p:txBody>
      </p:sp>
      <p:sp>
        <p:nvSpPr>
          <p:cNvPr id="108" name="Google Shape;108;p2"/>
          <p:cNvSpPr txBox="1"/>
          <p:nvPr/>
        </p:nvSpPr>
        <p:spPr>
          <a:xfrm>
            <a:off x="2750744" y="1344485"/>
            <a:ext cx="1161900" cy="3564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chemeClr val="dk1"/>
              </a:buClr>
              <a:buSzPts val="1470"/>
              <a:buFont typeface="Arial"/>
              <a:buNone/>
            </a:pPr>
            <a:r>
              <a:rPr lang="iw" sz="1470" b="1" i="0" u="none" strike="noStrike" cap="none">
                <a:solidFill>
                  <a:schemeClr val="dk1"/>
                </a:solidFill>
                <a:latin typeface="Aharoni"/>
                <a:ea typeface="Aharoni"/>
                <a:cs typeface="Aharoni"/>
                <a:sym typeface="Aharoni"/>
              </a:rPr>
              <a:t>احذر من السقوط</a:t>
            </a:r>
            <a:endParaRPr sz="980" b="0" i="0" u="none" strike="noStrike" cap="none">
              <a:solidFill>
                <a:srgbClr val="000000"/>
              </a:solidFill>
              <a:latin typeface="Arial"/>
              <a:ea typeface="Arial"/>
              <a:cs typeface="Arial"/>
              <a:sym typeface="Arial"/>
            </a:endParaRPr>
          </a:p>
        </p:txBody>
      </p:sp>
      <p:cxnSp>
        <p:nvCxnSpPr>
          <p:cNvPr id="109" name="Google Shape;109;p2"/>
          <p:cNvCxnSpPr/>
          <p:nvPr/>
        </p:nvCxnSpPr>
        <p:spPr>
          <a:xfrm>
            <a:off x="0" y="6762176"/>
            <a:ext cx="7560000" cy="0"/>
          </a:xfrm>
          <a:prstGeom prst="straightConnector1">
            <a:avLst/>
          </a:prstGeom>
          <a:noFill/>
          <a:ln w="38100" cap="flat" cmpd="sng">
            <a:solidFill>
              <a:schemeClr val="dk1"/>
            </a:solidFill>
            <a:prstDash val="solid"/>
            <a:miter lim="800000"/>
            <a:headEnd type="none" w="sm" len="sm"/>
            <a:tailEnd type="none" w="sm" len="sm"/>
          </a:ln>
        </p:spPr>
      </p:cxnSp>
      <p:sp>
        <p:nvSpPr>
          <p:cNvPr id="110" name="Google Shape;110;p2"/>
          <p:cNvSpPr txBox="1"/>
          <p:nvPr/>
        </p:nvSpPr>
        <p:spPr>
          <a:xfrm>
            <a:off x="693086" y="7009168"/>
            <a:ext cx="1078800" cy="395101"/>
          </a:xfrm>
          <a:prstGeom prst="rect">
            <a:avLst/>
          </a:prstGeom>
          <a:noFill/>
          <a:ln>
            <a:noFill/>
          </a:ln>
        </p:spPr>
        <p:txBody>
          <a:bodyPr spcFirstLastPara="1" wrap="square" lIns="91425" tIns="45700" rIns="91425" bIns="45700" anchor="t" anchorCtr="0">
            <a:noAutofit/>
          </a:bodyPr>
          <a:lstStyle/>
          <a:p>
            <a:pPr marL="0" marR="0" lvl="0" indent="0" algn="ctr" rtl="1">
              <a:lnSpc>
                <a:spcPct val="70000"/>
              </a:lnSpc>
              <a:spcBef>
                <a:spcPts val="750"/>
              </a:spcBef>
              <a:spcAft>
                <a:spcPts val="0"/>
              </a:spcAft>
              <a:buClr>
                <a:schemeClr val="dk1"/>
              </a:buClr>
              <a:buSzPts val="875"/>
              <a:buFont typeface="Arial"/>
              <a:buNone/>
            </a:pPr>
            <a:r>
              <a:rPr lang="iw" sz="1200" b="1" i="0" u="none" strike="noStrike" cap="none">
                <a:solidFill>
                  <a:srgbClr val="FF0000"/>
                </a:solidFill>
                <a:latin typeface="Aharoni"/>
                <a:ea typeface="Aharoni"/>
                <a:cs typeface="Aharoni"/>
                <a:sym typeface="Aharoni"/>
              </a:rPr>
              <a:t>خطر!</a:t>
            </a:r>
            <a:endParaRPr sz="1200" b="1" i="0" u="none" strike="noStrike" cap="none">
              <a:solidFill>
                <a:srgbClr val="FF0000"/>
              </a:solidFill>
              <a:latin typeface="Aharoni"/>
              <a:ea typeface="Aharoni"/>
              <a:cs typeface="Aharoni"/>
              <a:sym typeface="Aharoni"/>
            </a:endParaRPr>
          </a:p>
          <a:p>
            <a:pPr marL="0" marR="0" lvl="0" indent="0" algn="ctr" rtl="1">
              <a:lnSpc>
                <a:spcPct val="70000"/>
              </a:lnSpc>
              <a:spcBef>
                <a:spcPts val="750"/>
              </a:spcBef>
              <a:spcAft>
                <a:spcPts val="0"/>
              </a:spcAft>
              <a:buClr>
                <a:schemeClr val="dk1"/>
              </a:buClr>
              <a:buSzPts val="875"/>
              <a:buFont typeface="Arial"/>
              <a:buNone/>
            </a:pPr>
            <a:endParaRPr sz="1200" b="1" i="0" u="none" strike="noStrike" cap="none">
              <a:solidFill>
                <a:srgbClr val="FF0000"/>
              </a:solidFill>
              <a:latin typeface="Aharoni"/>
              <a:ea typeface="Aharoni"/>
              <a:cs typeface="Aharoni"/>
              <a:sym typeface="Aharoni"/>
            </a:endParaRPr>
          </a:p>
        </p:txBody>
      </p:sp>
      <p:sp>
        <p:nvSpPr>
          <p:cNvPr id="111" name="Google Shape;111;p2"/>
          <p:cNvSpPr txBox="1"/>
          <p:nvPr/>
        </p:nvSpPr>
        <p:spPr>
          <a:xfrm>
            <a:off x="3314804" y="7043310"/>
            <a:ext cx="4123559" cy="490200"/>
          </a:xfrm>
          <a:prstGeom prst="rect">
            <a:avLst/>
          </a:prstGeom>
          <a:noFill/>
          <a:ln>
            <a:noFill/>
          </a:ln>
        </p:spPr>
        <p:txBody>
          <a:bodyPr spcFirstLastPara="1" wrap="square" lIns="91425" tIns="45700" rIns="91425" bIns="45700" anchor="t" anchorCtr="0">
            <a:noAutofit/>
          </a:bodyPr>
          <a:lstStyle/>
          <a:p>
            <a:pPr marL="0" marR="0" lvl="0" indent="0" algn="r" rtl="1">
              <a:lnSpc>
                <a:spcPct val="90000"/>
              </a:lnSpc>
              <a:spcBef>
                <a:spcPts val="0"/>
              </a:spcBef>
              <a:spcAft>
                <a:spcPts val="0"/>
              </a:spcAft>
              <a:buClr>
                <a:schemeClr val="dk1"/>
              </a:buClr>
              <a:buSzPts val="2800"/>
              <a:buFont typeface="Arial"/>
              <a:buNone/>
            </a:pPr>
            <a:r>
              <a:rPr lang="iw" sz="2800" b="1" i="0" u="sng" strike="noStrike" cap="none">
                <a:solidFill>
                  <a:schemeClr val="dk1"/>
                </a:solidFill>
                <a:latin typeface="Aharoni"/>
                <a:ea typeface="Aharoni"/>
                <a:cs typeface="Aharoni"/>
                <a:sym typeface="Aharoni"/>
              </a:rPr>
              <a:t>الكهرباء ونقل المعدات الكهربائية</a:t>
            </a:r>
            <a:endParaRPr sz="1400" b="0" i="0" u="none" strike="noStrike" cap="none">
              <a:solidFill>
                <a:srgbClr val="000000"/>
              </a:solidFill>
              <a:latin typeface="Arial"/>
              <a:ea typeface="Arial"/>
              <a:cs typeface="Arial"/>
              <a:sym typeface="Arial"/>
            </a:endParaRPr>
          </a:p>
        </p:txBody>
      </p:sp>
      <p:graphicFrame>
        <p:nvGraphicFramePr>
          <p:cNvPr id="112" name="Google Shape;112;p2"/>
          <p:cNvGraphicFramePr/>
          <p:nvPr/>
        </p:nvGraphicFramePr>
        <p:xfrm>
          <a:off x="116579" y="7772760"/>
          <a:ext cx="7244150" cy="2706243"/>
        </p:xfrm>
        <a:graphic>
          <a:graphicData uri="http://schemas.openxmlformats.org/drawingml/2006/table">
            <a:tbl>
              <a:tblPr firstRow="1" firstCol="1" bandRow="1">
                <a:noFill/>
                <a:tableStyleId>{F7DED320-BF34-43EF-AB3C-F1A0F038D450}</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التأثير السلبي</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سيناريو الفشل/السلبية</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إزالة المخاطر/تقليلها/الوقاية منها</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الصدمات الكهربائية</a:t>
                      </a:r>
                      <a:endParaRPr sz="1039" b="0"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الحروق\إصابات العين\النار القوسية</a:t>
                      </a:r>
                      <a:endParaRPr sz="1039" b="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استخدام معدات كهربائية معيبة أو غير صحيحة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الإصلاحات من قبل أشخاص غير مصرح لهم</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تلف الكابلات والبنية التحتية الكهربائية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الصدمة الكهربائية من تيار كهربائي حي</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سلك تمديد في بيئة رطبة</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المعدات الكهربائية: تُستخدم وفقًا للغرض المقصود منها ووفقًا لتعليمات الشركة المصنعة، ويتم فحصها من قبل كهربائي معتمد. قبل الاستخدام، في حال عدم عملها بشكل صحيح، يجب إيقاف العمل وإبلاغ المشرف. لا تُفكّك الدروع والواقيات، ويُجرى الإصلاح بواسطة أشخاص مُصرّح لهم. لا تُشغّل في بيئة رطبة، ويجب أن يكون الموظف مُلِمًّا بتشغيل المعدات.</a:t>
                      </a:r>
                      <a:endParaRPr sz="1039" b="1"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الكابلات: عزل مزدوج، غير مُثبّت على الأرض أو في بيئة رطبة، مقبس/قابس صناعي، يُغذّى عبر أنبوب، يُوصّل بعد النشر، يُفصل قبل الطي.</a:t>
                      </a:r>
                      <a:endParaRPr sz="1039" b="1"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الأعمال الكهربائية: لا تعمل بجهد حي، تحت إشراف كهربائي مُرخّص، يجب إغلاق مصادر الطاقة وفصلها، لا تُشغّل في بيئة رطبة وبدون إضاءة كافية وفي ظروف جوية خطرة، يجب الحفاظ على مسافة لا تقل عن 5 أمتار من الشبكة الكهربائية العلوية.</a:t>
                      </a:r>
                      <a:endParaRPr sz="1039" b="1"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13" name="Google Shape;113;p2"/>
          <p:cNvPicPr preferRelativeResize="0"/>
          <p:nvPr/>
        </p:nvPicPr>
        <p:blipFill rotWithShape="1">
          <a:blip r:embed="rId3">
            <a:alphaModFix/>
          </a:blip>
          <a:srcRect r="60080"/>
          <a:stretch/>
        </p:blipFill>
        <p:spPr>
          <a:xfrm>
            <a:off x="194555" y="1311065"/>
            <a:ext cx="892907" cy="618217"/>
          </a:xfrm>
          <a:prstGeom prst="rect">
            <a:avLst/>
          </a:prstGeom>
          <a:noFill/>
          <a:ln>
            <a:noFill/>
          </a:ln>
        </p:spPr>
      </p:pic>
      <p:pic>
        <p:nvPicPr>
          <p:cNvPr id="114" name="Google Shape;114;p2"/>
          <p:cNvPicPr preferRelativeResize="0"/>
          <p:nvPr/>
        </p:nvPicPr>
        <p:blipFill rotWithShape="1">
          <a:blip r:embed="rId3">
            <a:alphaModFix/>
          </a:blip>
          <a:srcRect l="53635"/>
          <a:stretch/>
        </p:blipFill>
        <p:spPr>
          <a:xfrm>
            <a:off x="1981926" y="1274626"/>
            <a:ext cx="1037110" cy="618217"/>
          </a:xfrm>
          <a:prstGeom prst="rect">
            <a:avLst/>
          </a:prstGeom>
          <a:noFill/>
          <a:ln>
            <a:noFill/>
          </a:ln>
        </p:spPr>
      </p:pic>
      <p:pic>
        <p:nvPicPr>
          <p:cNvPr id="115" name="Google Shape;115;p2"/>
          <p:cNvPicPr preferRelativeResize="0"/>
          <p:nvPr/>
        </p:nvPicPr>
        <p:blipFill rotWithShape="1">
          <a:blip r:embed="rId4">
            <a:alphaModFix/>
          </a:blip>
          <a:srcRect r="54901"/>
          <a:stretch/>
        </p:blipFill>
        <p:spPr>
          <a:xfrm>
            <a:off x="121312" y="6797065"/>
            <a:ext cx="966150" cy="668343"/>
          </a:xfrm>
          <a:prstGeom prst="rect">
            <a:avLst/>
          </a:prstGeom>
          <a:noFill/>
          <a:ln>
            <a:noFill/>
          </a:ln>
        </p:spPr>
      </p:pic>
      <p:pic>
        <p:nvPicPr>
          <p:cNvPr id="116" name="Google Shape;116;p2"/>
          <p:cNvPicPr preferRelativeResize="0"/>
          <p:nvPr/>
        </p:nvPicPr>
        <p:blipFill rotWithShape="1">
          <a:blip r:embed="rId4">
            <a:alphaModFix/>
          </a:blip>
          <a:srcRect l="59313"/>
          <a:stretch/>
        </p:blipFill>
        <p:spPr>
          <a:xfrm>
            <a:off x="1546101" y="6882430"/>
            <a:ext cx="871649" cy="668343"/>
          </a:xfrm>
          <a:prstGeom prst="rect">
            <a:avLst/>
          </a:prstGeom>
          <a:noFill/>
          <a:ln>
            <a:noFill/>
          </a:ln>
        </p:spPr>
      </p:pic>
      <p:sp>
        <p:nvSpPr>
          <p:cNvPr id="117" name="Google Shape;117;p2"/>
          <p:cNvSpPr txBox="1"/>
          <p:nvPr/>
        </p:nvSpPr>
        <p:spPr>
          <a:xfrm>
            <a:off x="2216252" y="7008128"/>
            <a:ext cx="1078800" cy="3951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chemeClr val="dk1"/>
              </a:buClr>
              <a:buSzPts val="1400"/>
              <a:buFont typeface="Arial"/>
              <a:buNone/>
            </a:pPr>
            <a:r>
              <a:rPr lang="iw" sz="1400" b="1" i="0" u="none" strike="noStrike" cap="none">
                <a:solidFill>
                  <a:schemeClr val="dk1"/>
                </a:solidFill>
                <a:latin typeface="Aharoni"/>
                <a:ea typeface="Aharoni"/>
                <a:cs typeface="Aharoni"/>
                <a:sym typeface="Aharoni"/>
              </a:rPr>
              <a:t>الحماية ضرورية!</a:t>
            </a:r>
            <a:endParaRPr sz="1400" b="0" i="0" u="none" strike="noStrike" cap="none">
              <a:solidFill>
                <a:srgbClr val="000000"/>
              </a:solidFill>
              <a:latin typeface="Arial"/>
              <a:ea typeface="Arial"/>
              <a:cs typeface="Arial"/>
              <a:sym typeface="Arial"/>
            </a:endParaRPr>
          </a:p>
        </p:txBody>
      </p:sp>
      <p:sp>
        <p:nvSpPr>
          <p:cNvPr id="118" name="Google Shape;118;p2"/>
          <p:cNvSpPr txBox="1">
            <a:spLocks noGrp="1"/>
          </p:cNvSpPr>
          <p:nvPr>
            <p:ph type="ftr" idx="11"/>
          </p:nvPr>
        </p:nvSpPr>
        <p:spPr>
          <a:xfrm>
            <a:off x="2527355" y="10278394"/>
            <a:ext cx="2551500" cy="56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iw"/>
              <a:t>تعليمات سلامة الموظفين</a:t>
            </a:r>
            <a:endParaRPr/>
          </a:p>
        </p:txBody>
      </p:sp>
      <p:sp>
        <p:nvSpPr>
          <p:cNvPr id="119" name="Google Shape;119;p2"/>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endParaRPr/>
          </a:p>
        </p:txBody>
      </p:sp>
      <p:pic>
        <p:nvPicPr>
          <p:cNvPr id="3" name="תמונה 2">
            <a:extLst>
              <a:ext uri="{FF2B5EF4-FFF2-40B4-BE49-F238E27FC236}">
                <a16:creationId xmlns:a16="http://schemas.microsoft.com/office/drawing/2014/main" id="{4C21061B-12F6-8471-41A7-38388A628687}"/>
              </a:ext>
            </a:extLst>
          </p:cNvPr>
          <p:cNvPicPr>
            <a:picLocks noChangeAspect="1"/>
          </p:cNvPicPr>
          <p:nvPr/>
        </p:nvPicPr>
        <p:blipFill>
          <a:blip r:embed="rId5"/>
          <a:stretch>
            <a:fillRect/>
          </a:stretch>
        </p:blipFill>
        <p:spPr>
          <a:xfrm>
            <a:off x="133803" y="98364"/>
            <a:ext cx="2012422" cy="70975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
          <p:cNvSpPr txBox="1">
            <a:spLocks noGrp="1"/>
          </p:cNvSpPr>
          <p:nvPr>
            <p:ph type="title"/>
          </p:nvPr>
        </p:nvSpPr>
        <p:spPr>
          <a:xfrm>
            <a:off x="0" y="908326"/>
            <a:ext cx="7560000" cy="366300"/>
          </a:xfrm>
          <a:prstGeom prst="rect">
            <a:avLst/>
          </a:prstGeom>
          <a:noFill/>
          <a:ln>
            <a:noFill/>
          </a:ln>
        </p:spPr>
        <p:txBody>
          <a:bodyPr spcFirstLastPara="1" wrap="square" lIns="91425" tIns="45700" rIns="91425" bIns="45700" anchor="ctr" anchorCtr="0">
            <a:noAutofit/>
          </a:bodyPr>
          <a:lstStyle/>
          <a:p>
            <a:pPr marL="0" lvl="0" indent="0" algn="ctr" rtl="1">
              <a:lnSpc>
                <a:spcPct val="90000"/>
              </a:lnSpc>
              <a:spcBef>
                <a:spcPts val="0"/>
              </a:spcBef>
              <a:spcAft>
                <a:spcPts val="0"/>
              </a:spcAft>
              <a:buClr>
                <a:schemeClr val="dk1"/>
              </a:buClr>
              <a:buSzPts val="2160"/>
              <a:buFont typeface="Aharoni"/>
              <a:buNone/>
            </a:pPr>
            <a:r>
              <a:rPr lang="iw" sz="2160" b="1" u="sng">
                <a:latin typeface="Aharoni"/>
                <a:ea typeface="Aharoni"/>
                <a:cs typeface="Aharoni"/>
                <a:sym typeface="Aharoni"/>
              </a:rPr>
              <a:t>ملخص تدريبات السلامة وتعليمات السلامة للعمل في موقع البناء</a:t>
            </a:r>
            <a:endParaRPr sz="2970"/>
          </a:p>
        </p:txBody>
      </p:sp>
      <p:sp>
        <p:nvSpPr>
          <p:cNvPr id="126" name="Google Shape;126;p3"/>
          <p:cNvSpPr txBox="1">
            <a:spLocks noGrp="1"/>
          </p:cNvSpPr>
          <p:nvPr>
            <p:ph type="body" idx="1"/>
          </p:nvPr>
        </p:nvSpPr>
        <p:spPr>
          <a:xfrm>
            <a:off x="11732" y="1412562"/>
            <a:ext cx="7548300" cy="491100"/>
          </a:xfrm>
          <a:prstGeom prst="rect">
            <a:avLst/>
          </a:prstGeom>
          <a:noFill/>
          <a:ln>
            <a:noFill/>
          </a:ln>
        </p:spPr>
        <p:txBody>
          <a:bodyPr spcFirstLastPara="1" wrap="square" lIns="91425" tIns="45700" rIns="91425" bIns="45700" anchor="t" anchorCtr="0">
            <a:noAutofit/>
          </a:bodyPr>
          <a:lstStyle/>
          <a:p>
            <a:pPr marL="0" lvl="0" indent="0" algn="r" rtl="1">
              <a:lnSpc>
                <a:spcPct val="90000"/>
              </a:lnSpc>
              <a:spcBef>
                <a:spcPts val="0"/>
              </a:spcBef>
              <a:spcAft>
                <a:spcPts val="0"/>
              </a:spcAft>
              <a:buClr>
                <a:schemeClr val="dk1"/>
              </a:buClr>
              <a:buSzPts val="2800"/>
              <a:buNone/>
            </a:pPr>
            <a:r>
              <a:rPr lang="iw" sz="2800" b="1" u="sng">
                <a:latin typeface="Aharoni"/>
                <a:ea typeface="Aharoni"/>
                <a:cs typeface="Aharoni"/>
                <a:sym typeface="Aharoni"/>
              </a:rPr>
              <a:t>الحفريات</a:t>
            </a:r>
            <a:endParaRPr/>
          </a:p>
        </p:txBody>
      </p:sp>
      <p:graphicFrame>
        <p:nvGraphicFramePr>
          <p:cNvPr id="127" name="Google Shape;127;p3"/>
          <p:cNvGraphicFramePr/>
          <p:nvPr/>
        </p:nvGraphicFramePr>
        <p:xfrm>
          <a:off x="169669" y="2028221"/>
          <a:ext cx="7244150" cy="2875725"/>
        </p:xfrm>
        <a:graphic>
          <a:graphicData uri="http://schemas.openxmlformats.org/drawingml/2006/table">
            <a:tbl>
              <a:tblPr firstRow="1" firstCol="1" bandRow="1">
                <a:noFill/>
                <a:tableStyleId>{F7DED320-BF34-43EF-AB3C-F1A0F038D450}</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التأثير السلبي</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سيناريو الفشل/السلبية</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إزالة المخاطر/تقليلها/الوقاية منها</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33100">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الإصابات</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السقوط</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انهيار الحفريات</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الصدمات الكهربائية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الضربات</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سقوط عمال أثناء الحفر</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انهيار الحفر</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أضرار في البنية التحتية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انقلاب معدات البناء</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ضربات الزاحف</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يجب أن تُنفَّذ أعمال الحفر بموافقة رئيس العمال وبعد مسح البنية التحتية والحيوانات.</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يُرجى العمل بالقرب من البنية التحتية باستخدام أدوات يدوية وبحذر.</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يُشترط الصعود والنزول من المواقع المحددة، مع وضع سياج وعلامات خاصة بالحفر.</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يُنفَّذ الحفر وفقًا لمنحدر/ردم طبيعي، مع اتخاذ التدابير اللازمة لمنع الانهيار.</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يُشترط أن يسمح عرض الحفر بإنجاز العمل، وأن تكون الممرات فوق الحفر 60 سم.</a:t>
                      </a:r>
                      <a:endParaRPr sz="1039"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يجب أن تقترب المعدات الهندسية إلى مسافة آمنة، ويُمنع على العمال العمل بالقرب من المعدات.</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28" name="Google Shape;128;p3"/>
          <p:cNvSpPr txBox="1"/>
          <p:nvPr/>
        </p:nvSpPr>
        <p:spPr>
          <a:xfrm>
            <a:off x="905824" y="1288003"/>
            <a:ext cx="1295617" cy="673004"/>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خطر!</a:t>
            </a:r>
            <a:endParaRPr sz="1300" b="1" i="0" u="none" strike="noStrike" cap="none">
              <a:solidFill>
                <a:srgbClr val="FF0000"/>
              </a:solidFill>
              <a:latin typeface="Aharoni"/>
              <a:ea typeface="Aharoni"/>
              <a:cs typeface="Aharoni"/>
              <a:sym typeface="Aharoni"/>
            </a:endParaRPr>
          </a:p>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قناة مفتوحة</a:t>
            </a:r>
            <a:endParaRPr sz="1300" b="1" i="0" u="none" strike="noStrike" cap="none">
              <a:solidFill>
                <a:srgbClr val="FF0000"/>
              </a:solidFill>
              <a:latin typeface="Aharoni"/>
              <a:ea typeface="Aharoni"/>
              <a:cs typeface="Aharoni"/>
              <a:sym typeface="Aharoni"/>
            </a:endParaRPr>
          </a:p>
        </p:txBody>
      </p:sp>
      <p:cxnSp>
        <p:nvCxnSpPr>
          <p:cNvPr id="129" name="Google Shape;129;p3"/>
          <p:cNvCxnSpPr/>
          <p:nvPr/>
        </p:nvCxnSpPr>
        <p:spPr>
          <a:xfrm>
            <a:off x="0" y="5079280"/>
            <a:ext cx="7560000" cy="0"/>
          </a:xfrm>
          <a:prstGeom prst="straightConnector1">
            <a:avLst/>
          </a:prstGeom>
          <a:noFill/>
          <a:ln w="38100" cap="flat" cmpd="sng">
            <a:solidFill>
              <a:schemeClr val="dk1"/>
            </a:solidFill>
            <a:prstDash val="solid"/>
            <a:miter lim="800000"/>
            <a:headEnd type="none" w="sm" len="sm"/>
            <a:tailEnd type="none" w="sm" len="sm"/>
          </a:ln>
        </p:spPr>
      </p:cxnSp>
      <p:sp>
        <p:nvSpPr>
          <p:cNvPr id="130" name="Google Shape;130;p3"/>
          <p:cNvSpPr txBox="1"/>
          <p:nvPr/>
        </p:nvSpPr>
        <p:spPr>
          <a:xfrm>
            <a:off x="755775" y="5322755"/>
            <a:ext cx="3256197" cy="5265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chemeClr val="dk1"/>
              </a:buClr>
              <a:buSzPts val="1400"/>
              <a:buFont typeface="Arial"/>
              <a:buNone/>
            </a:pPr>
            <a:r>
              <a:rPr lang="iw" sz="1400" b="1" i="0" u="none" strike="noStrike" cap="none">
                <a:solidFill>
                  <a:schemeClr val="dk1"/>
                </a:solidFill>
                <a:latin typeface="Aharoni"/>
                <a:ea typeface="Aharoni"/>
                <a:cs typeface="Aharoni"/>
                <a:sym typeface="Aharoni"/>
              </a:rPr>
              <a:t>يُحظر إشعال النار واللهب المكشوف والتدخين.</a:t>
            </a:r>
            <a:endParaRPr sz="1400" b="0" i="0" u="none" strike="noStrike" cap="none">
              <a:solidFill>
                <a:srgbClr val="000000"/>
              </a:solidFill>
              <a:latin typeface="Arial"/>
              <a:ea typeface="Arial"/>
              <a:cs typeface="Arial"/>
              <a:sym typeface="Arial"/>
            </a:endParaRPr>
          </a:p>
        </p:txBody>
      </p:sp>
      <p:sp>
        <p:nvSpPr>
          <p:cNvPr id="131" name="Google Shape;131;p3"/>
          <p:cNvSpPr txBox="1"/>
          <p:nvPr/>
        </p:nvSpPr>
        <p:spPr>
          <a:xfrm>
            <a:off x="1648919" y="5279810"/>
            <a:ext cx="5764900" cy="490200"/>
          </a:xfrm>
          <a:prstGeom prst="rect">
            <a:avLst/>
          </a:prstGeom>
          <a:noFill/>
          <a:ln>
            <a:noFill/>
          </a:ln>
        </p:spPr>
        <p:txBody>
          <a:bodyPr spcFirstLastPara="1" wrap="square" lIns="91425" tIns="45700" rIns="91425" bIns="45700" anchor="t" anchorCtr="0">
            <a:noAutofit/>
          </a:bodyPr>
          <a:lstStyle/>
          <a:p>
            <a:pPr marL="0" marR="0" lvl="0" indent="0" algn="r" rtl="1">
              <a:lnSpc>
                <a:spcPct val="90000"/>
              </a:lnSpc>
              <a:spcBef>
                <a:spcPts val="0"/>
              </a:spcBef>
              <a:spcAft>
                <a:spcPts val="0"/>
              </a:spcAft>
              <a:buClr>
                <a:schemeClr val="dk1"/>
              </a:buClr>
              <a:buSzPts val="2800"/>
              <a:buFont typeface="Arial"/>
              <a:buNone/>
            </a:pPr>
            <a:r>
              <a:rPr lang="iw" sz="2800" b="1" i="0" u="sng" strike="noStrike" cap="none">
                <a:solidFill>
                  <a:schemeClr val="dk1"/>
                </a:solidFill>
                <a:latin typeface="Aharoni"/>
                <a:ea typeface="Aharoni"/>
                <a:cs typeface="Aharoni"/>
                <a:sym typeface="Aharoni"/>
              </a:rPr>
              <a:t>وظائف ساخنة</a:t>
            </a:r>
            <a:endParaRPr sz="1400" b="0" i="0" u="none" strike="noStrike" cap="none">
              <a:solidFill>
                <a:srgbClr val="000000"/>
              </a:solidFill>
              <a:latin typeface="Arial"/>
              <a:ea typeface="Arial"/>
              <a:cs typeface="Arial"/>
              <a:sym typeface="Arial"/>
            </a:endParaRPr>
          </a:p>
        </p:txBody>
      </p:sp>
      <p:graphicFrame>
        <p:nvGraphicFramePr>
          <p:cNvPr id="132" name="Google Shape;132;p3"/>
          <p:cNvGraphicFramePr/>
          <p:nvPr/>
        </p:nvGraphicFramePr>
        <p:xfrm>
          <a:off x="169669" y="5855183"/>
          <a:ext cx="7244150" cy="1858836"/>
        </p:xfrm>
        <a:graphic>
          <a:graphicData uri="http://schemas.openxmlformats.org/drawingml/2006/table">
            <a:tbl>
              <a:tblPr firstRow="1" firstCol="1" bandRow="1">
                <a:noFill/>
                <a:tableStyleId>{F7DED320-BF34-43EF-AB3C-F1A0F038D450}</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التأثير السلبي</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سيناريو الفشل/السلبية</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إزالة المخاطر/تقليلها/الوقاية منها</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إصابات العين</a:t>
                      </a:r>
                      <a:endParaRPr sz="1039" b="0"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الحروق</a:t>
                      </a:r>
                      <a:endParaRPr sz="1039" b="0"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الحرائق</a:t>
                      </a:r>
                      <a:endParaRPr sz="1039" b="0"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الانفجارات</a:t>
                      </a:r>
                      <a:endParaRPr sz="1039" b="0"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الصدمات الكهربائية</a:t>
                      </a:r>
                      <a:endParaRPr sz="1039" b="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سوء استخدام معدات الوقاية الشخصية، تعطل المعدات</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انفجار أسطوانة غاز</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حرائق الموظفين/المعدات/البيئة</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العمل الساخن: بعد موافقة رئيس العمال، يجب توفير حماية للبنية التحتية، وتوفير معدات الوقاية الشخصية المناسبة، ومراقبة الحرائق في المنطقة أثناء وبعد التنفيذ، وإبعاد المواد القابلة للاشتعال عن الموقع بمسافة لا تقل عن 10 أمتار، وتوفير معدات إطفاء حريق مناسبة، وإبعاد الكابلات الكهربائية.</a:t>
                      </a:r>
                      <a:endParaRPr sz="1039" b="1" u="none" strike="noStrike" cap="none">
                        <a:latin typeface="Aharoni"/>
                        <a:ea typeface="Aharoni"/>
                        <a:cs typeface="Aharoni"/>
                        <a:sym typeface="Aharoni"/>
                      </a:endParaRPr>
                    </a:p>
                    <a:p>
                      <a:pPr marL="290399" marR="0" lvl="0" indent="-224422" algn="r" rtl="1">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أسطوانات الغاز: يجب التعامل معها من قبل عمال ذوي خبرة، والنقل الآمن، وتثبيتها بشكل عمودي على الأرض، واستخدام الأغطية، وإبعاد الزيوت، والابتعاد عن مصادر الحرارة، وتركيب أنابيب مناسبة مع معدات السلامة القياسية والمناسبة والصالحة.</a:t>
                      </a:r>
                      <a:endParaRPr sz="1039" b="1"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33" name="Google Shape;133;p3"/>
          <p:cNvPicPr preferRelativeResize="0"/>
          <p:nvPr/>
        </p:nvPicPr>
        <p:blipFill rotWithShape="1">
          <a:blip r:embed="rId3">
            <a:alphaModFix/>
          </a:blip>
          <a:srcRect/>
          <a:stretch/>
        </p:blipFill>
        <p:spPr>
          <a:xfrm>
            <a:off x="246086" y="1294038"/>
            <a:ext cx="935182" cy="626531"/>
          </a:xfrm>
          <a:prstGeom prst="rect">
            <a:avLst/>
          </a:prstGeom>
          <a:noFill/>
          <a:ln>
            <a:noFill/>
          </a:ln>
        </p:spPr>
      </p:pic>
      <p:pic>
        <p:nvPicPr>
          <p:cNvPr id="134" name="Google Shape;134;p3"/>
          <p:cNvPicPr preferRelativeResize="0"/>
          <p:nvPr/>
        </p:nvPicPr>
        <p:blipFill rotWithShape="1">
          <a:blip r:embed="rId4">
            <a:alphaModFix/>
          </a:blip>
          <a:srcRect/>
          <a:stretch/>
        </p:blipFill>
        <p:spPr>
          <a:xfrm>
            <a:off x="210746" y="5186835"/>
            <a:ext cx="680189" cy="560793"/>
          </a:xfrm>
          <a:prstGeom prst="rect">
            <a:avLst/>
          </a:prstGeom>
          <a:noFill/>
          <a:ln>
            <a:noFill/>
          </a:ln>
        </p:spPr>
      </p:pic>
      <p:cxnSp>
        <p:nvCxnSpPr>
          <p:cNvPr id="135" name="Google Shape;135;p3"/>
          <p:cNvCxnSpPr/>
          <p:nvPr/>
        </p:nvCxnSpPr>
        <p:spPr>
          <a:xfrm>
            <a:off x="-54448" y="7870809"/>
            <a:ext cx="7560000" cy="0"/>
          </a:xfrm>
          <a:prstGeom prst="straightConnector1">
            <a:avLst/>
          </a:prstGeom>
          <a:noFill/>
          <a:ln w="38100" cap="flat" cmpd="sng">
            <a:solidFill>
              <a:schemeClr val="dk1"/>
            </a:solidFill>
            <a:prstDash val="solid"/>
            <a:miter lim="800000"/>
            <a:headEnd type="none" w="sm" len="sm"/>
            <a:tailEnd type="none" w="sm" len="sm"/>
          </a:ln>
        </p:spPr>
      </p:cxnSp>
      <p:pic>
        <p:nvPicPr>
          <p:cNvPr id="136" name="Google Shape;136;p3"/>
          <p:cNvPicPr preferRelativeResize="0"/>
          <p:nvPr/>
        </p:nvPicPr>
        <p:blipFill rotWithShape="1">
          <a:blip r:embed="rId5">
            <a:alphaModFix/>
          </a:blip>
          <a:srcRect r="50000"/>
          <a:stretch/>
        </p:blipFill>
        <p:spPr>
          <a:xfrm>
            <a:off x="246086" y="7950054"/>
            <a:ext cx="926643" cy="430409"/>
          </a:xfrm>
          <a:prstGeom prst="rect">
            <a:avLst/>
          </a:prstGeom>
          <a:noFill/>
          <a:ln>
            <a:noFill/>
          </a:ln>
        </p:spPr>
      </p:pic>
      <p:pic>
        <p:nvPicPr>
          <p:cNvPr id="137" name="Google Shape;137;p3"/>
          <p:cNvPicPr preferRelativeResize="0"/>
          <p:nvPr/>
        </p:nvPicPr>
        <p:blipFill rotWithShape="1">
          <a:blip r:embed="rId5">
            <a:alphaModFix/>
          </a:blip>
          <a:srcRect l="54398"/>
          <a:stretch/>
        </p:blipFill>
        <p:spPr>
          <a:xfrm>
            <a:off x="1329904" y="7950054"/>
            <a:ext cx="731125" cy="458433"/>
          </a:xfrm>
          <a:prstGeom prst="rect">
            <a:avLst/>
          </a:prstGeom>
          <a:noFill/>
          <a:ln>
            <a:noFill/>
          </a:ln>
        </p:spPr>
      </p:pic>
      <p:sp>
        <p:nvSpPr>
          <p:cNvPr id="138" name="Google Shape;138;p3"/>
          <p:cNvSpPr txBox="1"/>
          <p:nvPr/>
        </p:nvSpPr>
        <p:spPr>
          <a:xfrm>
            <a:off x="11732" y="8408487"/>
            <a:ext cx="2519700" cy="3177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rgbClr val="FF0000"/>
              </a:buClr>
              <a:buSzPts val="1200"/>
              <a:buFont typeface="Arial"/>
              <a:buNone/>
            </a:pPr>
            <a:r>
              <a:rPr lang="iw" sz="1200" b="1" i="0" u="none" strike="noStrike" cap="none">
                <a:solidFill>
                  <a:srgbClr val="FF0000"/>
                </a:solidFill>
                <a:latin typeface="Aharoni"/>
                <a:ea typeface="Aharoni"/>
                <a:cs typeface="Aharoni"/>
                <a:sym typeface="Aharoni"/>
              </a:rPr>
              <a:t>خطر! لا تقف تحت حمولة مرتفعة.</a:t>
            </a:r>
            <a:endParaRPr sz="1400" b="0" i="0" u="none" strike="noStrike" cap="none">
              <a:solidFill>
                <a:srgbClr val="000000"/>
              </a:solidFill>
              <a:latin typeface="Arial"/>
              <a:ea typeface="Arial"/>
              <a:cs typeface="Arial"/>
              <a:sym typeface="Arial"/>
            </a:endParaRPr>
          </a:p>
        </p:txBody>
      </p:sp>
      <p:sp>
        <p:nvSpPr>
          <p:cNvPr id="139" name="Google Shape;139;p3"/>
          <p:cNvSpPr txBox="1"/>
          <p:nvPr/>
        </p:nvSpPr>
        <p:spPr>
          <a:xfrm>
            <a:off x="2350077" y="8004477"/>
            <a:ext cx="5063742" cy="490200"/>
          </a:xfrm>
          <a:prstGeom prst="rect">
            <a:avLst/>
          </a:prstGeom>
          <a:noFill/>
          <a:ln>
            <a:noFill/>
          </a:ln>
        </p:spPr>
        <p:txBody>
          <a:bodyPr spcFirstLastPara="1" wrap="square" lIns="91425" tIns="45700" rIns="91425" bIns="45700" anchor="t" anchorCtr="0">
            <a:noAutofit/>
          </a:bodyPr>
          <a:lstStyle/>
          <a:p>
            <a:pPr marL="0" marR="0" lvl="0" indent="0" algn="r" rtl="1">
              <a:lnSpc>
                <a:spcPct val="90000"/>
              </a:lnSpc>
              <a:spcBef>
                <a:spcPts val="0"/>
              </a:spcBef>
              <a:spcAft>
                <a:spcPts val="0"/>
              </a:spcAft>
              <a:buClr>
                <a:schemeClr val="dk1"/>
              </a:buClr>
              <a:buSzPts val="2800"/>
              <a:buFont typeface="Arial"/>
              <a:buNone/>
            </a:pPr>
            <a:r>
              <a:rPr lang="iw" sz="2800" b="1" i="0" u="sng" strike="noStrike" cap="none">
                <a:solidFill>
                  <a:schemeClr val="dk1"/>
                </a:solidFill>
                <a:latin typeface="Aharoni"/>
                <a:ea typeface="Aharoni"/>
                <a:cs typeface="Aharoni"/>
                <a:sym typeface="Aharoni"/>
              </a:rPr>
              <a:t>أعمال الرفع</a:t>
            </a:r>
            <a:endParaRPr sz="1400" b="0" i="0" u="none" strike="noStrike" cap="none">
              <a:solidFill>
                <a:srgbClr val="000000"/>
              </a:solidFill>
              <a:latin typeface="Arial"/>
              <a:ea typeface="Arial"/>
              <a:cs typeface="Arial"/>
              <a:sym typeface="Arial"/>
            </a:endParaRPr>
          </a:p>
        </p:txBody>
      </p:sp>
      <p:graphicFrame>
        <p:nvGraphicFramePr>
          <p:cNvPr id="140" name="Google Shape;140;p3"/>
          <p:cNvGraphicFramePr/>
          <p:nvPr/>
        </p:nvGraphicFramePr>
        <p:xfrm>
          <a:off x="169669" y="8698145"/>
          <a:ext cx="7244150" cy="1858836"/>
        </p:xfrm>
        <a:graphic>
          <a:graphicData uri="http://schemas.openxmlformats.org/drawingml/2006/table">
            <a:tbl>
              <a:tblPr firstRow="1" firstCol="1" bandRow="1">
                <a:noFill/>
                <a:tableStyleId>{F7DED320-BF34-43EF-AB3C-F1A0F038D450}</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التأثير السلبي</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سيناريو الفشل/السلبية</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إزالة المخاطر/تقليلها/الوقاية منها</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إصابات الجسم</a:t>
                      </a:r>
                      <a:endParaRPr sz="1039" b="0"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إصابات الأطراف</a:t>
                      </a:r>
                      <a:endParaRPr sz="1039" b="0"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السحق</a:t>
                      </a:r>
                      <a:endParaRPr sz="1039" b="0"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إصابات الرأس</a:t>
                      </a:r>
                      <a:endParaRPr sz="1039" b="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أعطال معدات الرفع/الملحقات</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إصابات العمال نتيجة رفع الأحمال</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سقوط أجزاء الأحمال</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37598" algn="r" rtl="1">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معدات الرفع وملحقاتها: تخضع للفحص من قبل مفتش مؤهل، وقبل الاستخدام، يُشغّلها مشغلون مرخصون وذوو خبرة.</a:t>
                      </a: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أعمال الرفع: بموافقة رئيس العمال، تسوير منطقة الرفع، الربط والتوجيه بالمجارف، عدم العمل تحت حمولة مرفوعة، رفع حمولة على ارتفاع متر واحد عن الأرض.</a:t>
                      </a: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لمنع سقوط الأجزاء: الرفع باستخدام الأدوات المخصصة، ربط وتثبيت الأحمال، العمل بحذر وعموديًا.</a:t>
                      </a:r>
                      <a:endParaRPr sz="1039" b="1" u="none" strike="noStrike" cap="none">
                        <a:latin typeface="Aharoni"/>
                        <a:ea typeface="Aharoni"/>
                        <a:cs typeface="Aharoni"/>
                        <a:sym typeface="Aharoni"/>
                      </a:endParaRPr>
                    </a:p>
                    <a:p>
                      <a:pPr marL="290399" marR="0" lvl="0" indent="-237598" algn="r" rtl="1">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3" name="תמונה 2">
            <a:extLst>
              <a:ext uri="{FF2B5EF4-FFF2-40B4-BE49-F238E27FC236}">
                <a16:creationId xmlns:a16="http://schemas.microsoft.com/office/drawing/2014/main" id="{63E1A07A-85B0-D642-60AB-F57CE7BF52B9}"/>
              </a:ext>
            </a:extLst>
          </p:cNvPr>
          <p:cNvPicPr>
            <a:picLocks noChangeAspect="1"/>
          </p:cNvPicPr>
          <p:nvPr/>
        </p:nvPicPr>
        <p:blipFill>
          <a:blip r:embed="rId6"/>
          <a:stretch>
            <a:fillRect/>
          </a:stretch>
        </p:blipFill>
        <p:spPr>
          <a:xfrm>
            <a:off x="133803" y="98364"/>
            <a:ext cx="2012422" cy="70975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4"/>
          <p:cNvSpPr txBox="1">
            <a:spLocks noGrp="1"/>
          </p:cNvSpPr>
          <p:nvPr>
            <p:ph type="title"/>
          </p:nvPr>
        </p:nvSpPr>
        <p:spPr>
          <a:xfrm>
            <a:off x="0" y="908326"/>
            <a:ext cx="7560000" cy="366300"/>
          </a:xfrm>
          <a:prstGeom prst="rect">
            <a:avLst/>
          </a:prstGeom>
          <a:noFill/>
          <a:ln>
            <a:noFill/>
          </a:ln>
        </p:spPr>
        <p:txBody>
          <a:bodyPr spcFirstLastPara="1" wrap="square" lIns="91425" tIns="45700" rIns="91425" bIns="45700" anchor="ctr" anchorCtr="0">
            <a:noAutofit/>
          </a:bodyPr>
          <a:lstStyle/>
          <a:p>
            <a:pPr marL="0" lvl="0" indent="0" algn="ctr" rtl="1">
              <a:lnSpc>
                <a:spcPct val="90000"/>
              </a:lnSpc>
              <a:spcBef>
                <a:spcPts val="0"/>
              </a:spcBef>
              <a:spcAft>
                <a:spcPts val="0"/>
              </a:spcAft>
              <a:buClr>
                <a:schemeClr val="dk1"/>
              </a:buClr>
              <a:buSzPts val="2160"/>
              <a:buFont typeface="Aharoni"/>
              <a:buNone/>
            </a:pPr>
            <a:r>
              <a:rPr lang="iw" sz="2160" b="1" u="sng">
                <a:latin typeface="Aharoni"/>
                <a:ea typeface="Aharoni"/>
                <a:cs typeface="Aharoni"/>
                <a:sym typeface="Aharoni"/>
              </a:rPr>
              <a:t>ملخص تدريبات السلامة وتعليمات السلامة للعمل في موقع البناء</a:t>
            </a:r>
            <a:endParaRPr sz="2970"/>
          </a:p>
        </p:txBody>
      </p:sp>
      <p:sp>
        <p:nvSpPr>
          <p:cNvPr id="147" name="Google Shape;147;p4"/>
          <p:cNvSpPr txBox="1">
            <a:spLocks noGrp="1"/>
          </p:cNvSpPr>
          <p:nvPr>
            <p:ph type="body" idx="1"/>
          </p:nvPr>
        </p:nvSpPr>
        <p:spPr>
          <a:xfrm>
            <a:off x="11732" y="1298684"/>
            <a:ext cx="7536600" cy="491100"/>
          </a:xfrm>
          <a:prstGeom prst="rect">
            <a:avLst/>
          </a:prstGeom>
          <a:noFill/>
          <a:ln>
            <a:noFill/>
          </a:ln>
        </p:spPr>
        <p:txBody>
          <a:bodyPr spcFirstLastPara="1" wrap="square" lIns="91425" tIns="45700" rIns="91425" bIns="45700" anchor="t" anchorCtr="0">
            <a:noAutofit/>
          </a:bodyPr>
          <a:lstStyle/>
          <a:p>
            <a:pPr marL="0" lvl="0" indent="0" algn="r" rtl="1">
              <a:lnSpc>
                <a:spcPct val="90000"/>
              </a:lnSpc>
              <a:spcBef>
                <a:spcPts val="0"/>
              </a:spcBef>
              <a:spcAft>
                <a:spcPts val="0"/>
              </a:spcAft>
              <a:buClr>
                <a:schemeClr val="dk1"/>
              </a:buClr>
              <a:buSzPts val="2800"/>
              <a:buNone/>
            </a:pPr>
            <a:r>
              <a:rPr lang="iw" sz="2800" b="1" u="sng">
                <a:latin typeface="Aharoni"/>
                <a:ea typeface="Aharoni"/>
                <a:cs typeface="Aharoni"/>
                <a:sym typeface="Aharoni"/>
              </a:rPr>
              <a:t>المواد الخطرة</a:t>
            </a:r>
            <a:endParaRPr/>
          </a:p>
        </p:txBody>
      </p:sp>
      <p:graphicFrame>
        <p:nvGraphicFramePr>
          <p:cNvPr id="148" name="Google Shape;148;p4"/>
          <p:cNvGraphicFramePr/>
          <p:nvPr/>
        </p:nvGraphicFramePr>
        <p:xfrm>
          <a:off x="182110" y="1957085"/>
          <a:ext cx="7244150" cy="1180910"/>
        </p:xfrm>
        <a:graphic>
          <a:graphicData uri="http://schemas.openxmlformats.org/drawingml/2006/table">
            <a:tbl>
              <a:tblPr firstRow="1" firstCol="1" bandRow="1">
                <a:noFill/>
                <a:tableStyleId>{F7DED320-BF34-43EF-AB3C-F1A0F038D450}</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التأثير السلبي</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سيناريو الفشل/السلبية</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إزالة المخاطر/تقليلها/الوقاية منها</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33100">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الاختناق/الدوخة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الحروق</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الحرائق/الانفجارات</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الأمراض المهنية</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استخدام مواد ضارة بالصحة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استخدام معدات الوقاية الشخصية غير المناسبة للمخاطر/غير المناسبة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العمل في منطقة غير جيدة التهوية</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استخدم المواد الكيميائية بعد تلقي إرشادات السلامة وفقًا لورقة بيانات سلامة المادة.</a:t>
                      </a: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استخدم معدات الوقاية الشخصية وفقًا لورقة بيانات سلامة المادة.</a:t>
                      </a: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تهوية مكان العمل وإبعاد النار عن المواد القابلة للاشتعال.</a:t>
                      </a: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اترك العبوات/الحاويات الفارغة بعد الاستخدام ولا تتركها في مكان العمل.</a:t>
                      </a:r>
                      <a:endParaRPr sz="1039" b="1"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49" name="Google Shape;149;p4"/>
          <p:cNvSpPr txBox="1"/>
          <p:nvPr/>
        </p:nvSpPr>
        <p:spPr>
          <a:xfrm>
            <a:off x="301242" y="1243267"/>
            <a:ext cx="2596260" cy="5619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خطر!</a:t>
            </a:r>
            <a:endParaRPr sz="1300" b="1" i="0" u="none" strike="noStrike" cap="none">
              <a:solidFill>
                <a:srgbClr val="FF0000"/>
              </a:solidFill>
              <a:latin typeface="Aharoni"/>
              <a:ea typeface="Aharoni"/>
              <a:cs typeface="Aharoni"/>
              <a:sym typeface="Aharoni"/>
            </a:endParaRPr>
          </a:p>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مواد خطرة</a:t>
            </a:r>
            <a:endParaRPr sz="1300" b="1" i="0" u="none" strike="noStrike" cap="none">
              <a:solidFill>
                <a:srgbClr val="FF0000"/>
              </a:solidFill>
              <a:latin typeface="Aharoni"/>
              <a:ea typeface="Aharoni"/>
              <a:cs typeface="Aharoni"/>
              <a:sym typeface="Aharoni"/>
            </a:endParaRPr>
          </a:p>
        </p:txBody>
      </p:sp>
      <p:cxnSp>
        <p:nvCxnSpPr>
          <p:cNvPr id="150" name="Google Shape;150;p4"/>
          <p:cNvCxnSpPr/>
          <p:nvPr/>
        </p:nvCxnSpPr>
        <p:spPr>
          <a:xfrm>
            <a:off x="-54448" y="3333565"/>
            <a:ext cx="7560000" cy="0"/>
          </a:xfrm>
          <a:prstGeom prst="straightConnector1">
            <a:avLst/>
          </a:prstGeom>
          <a:noFill/>
          <a:ln w="38100" cap="flat" cmpd="sng">
            <a:solidFill>
              <a:schemeClr val="dk1"/>
            </a:solidFill>
            <a:prstDash val="solid"/>
            <a:miter lim="800000"/>
            <a:headEnd type="none" w="sm" len="sm"/>
            <a:tailEnd type="none" w="sm" len="sm"/>
          </a:ln>
        </p:spPr>
      </p:cxnSp>
      <p:sp>
        <p:nvSpPr>
          <p:cNvPr id="151" name="Google Shape;151;p4"/>
          <p:cNvSpPr txBox="1"/>
          <p:nvPr/>
        </p:nvSpPr>
        <p:spPr>
          <a:xfrm>
            <a:off x="-429074" y="4092854"/>
            <a:ext cx="3188400" cy="3630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chemeClr val="dk1"/>
              </a:buClr>
              <a:buSzPts val="1300"/>
              <a:buFont typeface="Arial"/>
              <a:buNone/>
            </a:pPr>
            <a:r>
              <a:rPr lang="iw" sz="1300" b="1" i="0" u="none" strike="noStrike" cap="none">
                <a:solidFill>
                  <a:schemeClr val="dk1"/>
                </a:solidFill>
                <a:latin typeface="Aharoni"/>
                <a:ea typeface="Aharoni"/>
                <a:cs typeface="Aharoni"/>
                <a:sym typeface="Aharoni"/>
              </a:rPr>
              <a:t>الرفع الصحيح يمنع الكثير من المعاناة</a:t>
            </a:r>
            <a:endParaRPr sz="1400" b="0" i="0" u="none" strike="noStrike" cap="none">
              <a:solidFill>
                <a:srgbClr val="000000"/>
              </a:solidFill>
              <a:latin typeface="Arial"/>
              <a:ea typeface="Arial"/>
              <a:cs typeface="Arial"/>
              <a:sym typeface="Arial"/>
            </a:endParaRPr>
          </a:p>
        </p:txBody>
      </p:sp>
      <p:sp>
        <p:nvSpPr>
          <p:cNvPr id="152" name="Google Shape;152;p4"/>
          <p:cNvSpPr txBox="1"/>
          <p:nvPr/>
        </p:nvSpPr>
        <p:spPr>
          <a:xfrm>
            <a:off x="-11668" y="3526403"/>
            <a:ext cx="7560000" cy="552600"/>
          </a:xfrm>
          <a:prstGeom prst="rect">
            <a:avLst/>
          </a:prstGeom>
          <a:noFill/>
          <a:ln>
            <a:noFill/>
          </a:ln>
        </p:spPr>
        <p:txBody>
          <a:bodyPr spcFirstLastPara="1" wrap="square" lIns="91425" tIns="45700" rIns="91425" bIns="45700" anchor="t" anchorCtr="0">
            <a:noAutofit/>
          </a:bodyPr>
          <a:lstStyle/>
          <a:p>
            <a:pPr marL="0" marR="0" lvl="0" indent="0" algn="r" rtl="1">
              <a:lnSpc>
                <a:spcPct val="90000"/>
              </a:lnSpc>
              <a:spcBef>
                <a:spcPts val="0"/>
              </a:spcBef>
              <a:spcAft>
                <a:spcPts val="0"/>
              </a:spcAft>
              <a:buClr>
                <a:schemeClr val="dk1"/>
              </a:buClr>
              <a:buSzPts val="2800"/>
              <a:buFont typeface="Arial"/>
              <a:buNone/>
            </a:pPr>
            <a:r>
              <a:rPr lang="iw" sz="2800" b="1" i="0" u="sng" strike="noStrike" cap="none">
                <a:solidFill>
                  <a:schemeClr val="dk1"/>
                </a:solidFill>
                <a:latin typeface="Aharoni"/>
                <a:ea typeface="Aharoni"/>
                <a:cs typeface="Aharoni"/>
                <a:sym typeface="Aharoni"/>
              </a:rPr>
              <a:t>إرشادات السلامة العامة</a:t>
            </a:r>
            <a:endParaRPr sz="1400" b="0" i="0" u="none" strike="noStrike" cap="none">
              <a:solidFill>
                <a:srgbClr val="000000"/>
              </a:solidFill>
              <a:latin typeface="Arial"/>
              <a:ea typeface="Arial"/>
              <a:cs typeface="Arial"/>
              <a:sym typeface="Arial"/>
            </a:endParaRPr>
          </a:p>
        </p:txBody>
      </p:sp>
      <p:graphicFrame>
        <p:nvGraphicFramePr>
          <p:cNvPr id="153" name="Google Shape;153;p4"/>
          <p:cNvGraphicFramePr/>
          <p:nvPr/>
        </p:nvGraphicFramePr>
        <p:xfrm>
          <a:off x="157788" y="4438747"/>
          <a:ext cx="7244100" cy="2367280"/>
        </p:xfrm>
        <a:graphic>
          <a:graphicData uri="http://schemas.openxmlformats.org/drawingml/2006/table">
            <a:tbl>
              <a:tblPr firstRow="1" firstCol="1" bandRow="1">
                <a:noFill/>
                <a:tableStyleId>{F7DED320-BF34-43EF-AB3C-F1A0F038D450}</a:tableStyleId>
              </a:tblPr>
              <a:tblGrid>
                <a:gridCol w="3605650">
                  <a:extLst>
                    <a:ext uri="{9D8B030D-6E8A-4147-A177-3AD203B41FA5}">
                      <a16:colId xmlns:a16="http://schemas.microsoft.com/office/drawing/2014/main" val="20000"/>
                    </a:ext>
                  </a:extLst>
                </a:gridCol>
                <a:gridCol w="3638450">
                  <a:extLst>
                    <a:ext uri="{9D8B030D-6E8A-4147-A177-3AD203B41FA5}">
                      <a16:colId xmlns:a16="http://schemas.microsoft.com/office/drawing/2014/main" val="20001"/>
                    </a:ext>
                  </a:extLst>
                </a:gridCol>
              </a:tblGrid>
              <a:tr h="129450">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يفعل</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لا</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ادخل الموقع من المداخل المخصصة، واحذر من المعدات الهندسية.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اتبع إرشادات التحذير في الموقع.</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رفع المعدات والمواد قريبة من الجسم، ولا يزيد وزنها عن ٢٥ كجم.</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ابدأ الرفع بثني ركبتيك، واستعن بعامل إضافي.</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غطِّ الفتحات والحفر لمنع سقوط العمال.</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أبلغ عن أي عيب أو خطر أو حادث خطير إلى إدارة السلامة والصحة المهنية.</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استشر مشرف السلامة في إدارة السلامة والصحة المهنية بشأن أي عمل غير واضح لك.</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ابقَ في الموقع طالما كان هناك مشرف عمال.</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لا تُنفِّذ العمل فوق أو أسفل عمال آخرين.</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في حال الحاجة إلى الإسعافات الأولية، اتصل برئيس العمال.</a:t>
                      </a:r>
                      <a:endParaRPr sz="1039"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تأكد من وجود إضاءة كافية لأداء العمل بأمان.</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لا تستخدم الهاتف أثناء المشي أو أداء مهمة.</a:t>
                      </a: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لا تُصلح/تُشغّل معدات غير مُعتاد عليها.</a:t>
                      </a: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لا تُقدِم عمدًا على أي عمل قد يُسبب ضررًا لك أو للآخرين.</a:t>
                      </a: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لا تستخدم معدات لا تعمل بشكل صحيح أو غير مُناسبة للمهمة.</a:t>
                      </a: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لا تُفكّك درابزينًا/سياجًا دون إذن من رئيس العمال.</a:t>
                      </a: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لا ترمِ المواد/المعدات. يجب إنزالها بطريقة مُتحكّم فيها.</a:t>
                      </a: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لا تقفز/تتسلّق فوق سقالة أو سُلّم.</a:t>
                      </a: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لا تُحمّل أكثر من الوزن المُسموح به.</a:t>
                      </a: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لا تعمل في مكان يُعرّضك لخطر السقوط ولا توجد فيه وسائل للوقاية منه.</a:t>
                      </a: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لا تُنفّذ العمل إذا لم يكن واضحًا لك من منظور مهني وسلامة.</a:t>
                      </a:r>
                      <a:endParaRPr sz="1039" b="1" u="none" strike="noStrike" cap="none">
                        <a:latin typeface="Aharoni"/>
                        <a:ea typeface="Aharoni"/>
                        <a:cs typeface="Aharoni"/>
                        <a:sym typeface="Aharoni"/>
                      </a:endParaRPr>
                    </a:p>
                    <a:p>
                      <a:pPr marL="290399" marR="0" lvl="0" indent="-290399" algn="r" rtl="1">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لا تُنفّذ العمل بمفردك.</a:t>
                      </a:r>
                      <a:endParaRPr sz="1039" b="1"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54" name="Google Shape;154;p4"/>
          <p:cNvPicPr preferRelativeResize="0"/>
          <p:nvPr/>
        </p:nvPicPr>
        <p:blipFill rotWithShape="1">
          <a:blip r:embed="rId3">
            <a:alphaModFix/>
          </a:blip>
          <a:srcRect/>
          <a:stretch/>
        </p:blipFill>
        <p:spPr>
          <a:xfrm>
            <a:off x="301242" y="1305171"/>
            <a:ext cx="863885" cy="508077"/>
          </a:xfrm>
          <a:prstGeom prst="rect">
            <a:avLst/>
          </a:prstGeom>
          <a:noFill/>
          <a:ln>
            <a:noFill/>
          </a:ln>
        </p:spPr>
      </p:pic>
      <p:pic>
        <p:nvPicPr>
          <p:cNvPr id="155" name="Google Shape;155;p4"/>
          <p:cNvPicPr preferRelativeResize="0"/>
          <p:nvPr/>
        </p:nvPicPr>
        <p:blipFill rotWithShape="1">
          <a:blip r:embed="rId4">
            <a:alphaModFix/>
          </a:blip>
          <a:srcRect/>
          <a:stretch/>
        </p:blipFill>
        <p:spPr>
          <a:xfrm>
            <a:off x="197781" y="3478812"/>
            <a:ext cx="1934691" cy="552600"/>
          </a:xfrm>
          <a:prstGeom prst="rect">
            <a:avLst/>
          </a:prstGeom>
          <a:noFill/>
          <a:ln>
            <a:noFill/>
          </a:ln>
        </p:spPr>
      </p:pic>
      <p:sp>
        <p:nvSpPr>
          <p:cNvPr id="156" name="Google Shape;156;p4"/>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iw"/>
              <a:t>تعليمات سلامة الموظفين</a:t>
            </a:r>
            <a:endParaRPr/>
          </a:p>
        </p:txBody>
      </p:sp>
      <p:pic>
        <p:nvPicPr>
          <p:cNvPr id="3" name="תמונה 2">
            <a:extLst>
              <a:ext uri="{FF2B5EF4-FFF2-40B4-BE49-F238E27FC236}">
                <a16:creationId xmlns:a16="http://schemas.microsoft.com/office/drawing/2014/main" id="{951CA3C3-1B96-D2E1-03CF-0B29A96D223D}"/>
              </a:ext>
            </a:extLst>
          </p:cNvPr>
          <p:cNvPicPr>
            <a:picLocks noChangeAspect="1"/>
          </p:cNvPicPr>
          <p:nvPr/>
        </p:nvPicPr>
        <p:blipFill>
          <a:blip r:embed="rId5"/>
          <a:stretch>
            <a:fillRect/>
          </a:stretch>
        </p:blipFill>
        <p:spPr>
          <a:xfrm>
            <a:off x="133803" y="98364"/>
            <a:ext cx="2012422" cy="709757"/>
          </a:xfrm>
          <a:prstGeom prst="rect">
            <a:avLst/>
          </a:prstGeom>
        </p:spPr>
      </p:pic>
    </p:spTree>
  </p:cSld>
  <p:clrMapOvr>
    <a:masterClrMapping/>
  </p:clrMapOvr>
</p:sld>
</file>

<file path=ppt/theme/theme1.xml><?xml version="1.0" encoding="utf-8"?>
<a:theme xmlns:a="http://schemas.openxmlformats.org/drawingml/2006/main" name="ערכת נושא Office">
  <a:themeElements>
    <a:clrScheme name="ערכת נושא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1472</Words>
  <Application>Microsoft Office PowerPoint</Application>
  <PresentationFormat>מותאם אישית</PresentationFormat>
  <Paragraphs>203</Paragraphs>
  <Slides>4</Slides>
  <Notes>4</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4</vt:i4>
      </vt:variant>
    </vt:vector>
  </HeadingPairs>
  <TitlesOfParts>
    <vt:vector size="9" baseType="lpstr">
      <vt:lpstr>Aharoni</vt:lpstr>
      <vt:lpstr>Arial</vt:lpstr>
      <vt:lpstr>Calibri</vt:lpstr>
      <vt:lpstr>Noto Sans Symbols</vt:lpstr>
      <vt:lpstr>ערכת נושא Office</vt:lpstr>
      <vt:lpstr>ملخص تدريبات السلامة وتعليمات السلامة للعمل في موقع البناء</vt:lpstr>
      <vt:lpstr>ملخص تدريبات السلامة وتعليمات السلامة للعمل في موقع البناء</vt:lpstr>
      <vt:lpstr>ملخص تدريبات السلامة وتعليمات السلامة للعمل في موقع البناء</vt:lpstr>
      <vt:lpstr>ملخص تدريبات السلامة وتعليمات السلامة للعمل في موقع البناء</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Mark Bazanov</dc:creator>
  <cp:lastModifiedBy>איתי ולדמן</cp:lastModifiedBy>
  <cp:revision>1</cp:revision>
  <dcterms:modified xsi:type="dcterms:W3CDTF">2026-08-22T17:51:24Z</dcterms:modified>
</cp:coreProperties>
</file>