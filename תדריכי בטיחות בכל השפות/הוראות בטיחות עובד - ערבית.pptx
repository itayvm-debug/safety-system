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Lst>
  <p:sldSz cy="10691800" cx="7559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747775"/>
          </p15:clr>
        </p15:guide>
        <p15:guide id="2" pos="2381">
          <p15:clr>
            <a:srgbClr val="747775"/>
          </p15:clr>
        </p15:guide>
      </p15:sldGuideLst>
    </p:ext>
    <p:ext uri="GoogleSlidesCustomDataVersion2">
      <go:slidesCustomData xmlns:go="http://customooxmlschemas.google.com/" r:id="rId11" roundtripDataSignature="AMtx7mghGRV0hpt0LqA/u4Ts1xP/aMJz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7DED320-BF34-43EF-AB3C-F1A0F038D450}">
  <a:tblStyle styleId="{F7DED320-BF34-43EF-AB3C-F1A0F038D450}" styleName="Table_0">
    <a:wholeTbl>
      <a:tcTxStyle b="off" i="off">
        <a:font>
          <a:latin typeface="Calibri"/>
          <a:ea typeface="Calibri"/>
          <a:cs typeface="Calibri"/>
        </a:font>
        <a:schemeClr val="dk1"/>
      </a:tcTxStyle>
      <a:tcStyle>
        <a:tcBdr>
          <a:left>
            <a:ln cap="flat" cmpd="sng" w="12700">
              <a:solidFill>
                <a:schemeClr val="accent4"/>
              </a:solidFill>
              <a:prstDash val="solid"/>
              <a:round/>
              <a:headEnd len="sm" w="sm" type="none"/>
              <a:tailEnd len="sm" w="sm" type="none"/>
            </a:ln>
          </a:left>
          <a:right>
            <a:ln cap="flat" cmpd="sng" w="12700">
              <a:solidFill>
                <a:schemeClr val="accent4"/>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12700">
              <a:solidFill>
                <a:schemeClr val="accent4"/>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b="off" i="off"/>
      <a:tcStyle>
        <a:fill>
          <a:solidFill>
            <a:srgbClr val="FFF4E6"/>
          </a:solidFill>
        </a:fill>
      </a:tcStyle>
    </a:band1H>
    <a:band2H>
      <a:tcTxStyle b="off" i="off"/>
    </a:band2H>
    <a:band1V>
      <a:tcTxStyle b="off" i="off"/>
      <a:tcStyle>
        <a:fill>
          <a:solidFill>
            <a:srgbClr val="FFF4E6"/>
          </a:solidFill>
        </a:fill>
      </a:tcStyle>
    </a:band1V>
    <a:band2V>
      <a:tcTxStyle b="off" i="off"/>
    </a:band2V>
    <a:lastCol>
      <a:tcTxStyle b="on" i="off"/>
    </a:lastCol>
    <a:firstCol>
      <a:tcTxStyle b="on" i="off"/>
    </a:firstCol>
    <a:lastRow>
      <a:tcTxStyle b="on" i="off"/>
      <a:tcStyle>
        <a:tcBdr>
          <a:top>
            <a:ln cap="flat" cmpd="sng" w="50800">
              <a:solidFill>
                <a:schemeClr val="accent4"/>
              </a:solidFill>
              <a:prstDash val="solid"/>
              <a:round/>
              <a:headEnd len="sm" w="sm" type="none"/>
              <a:tailEnd len="sm" w="sm" type="none"/>
            </a:ln>
          </a:top>
        </a:tcBdr>
        <a:fill>
          <a:solidFill>
            <a:schemeClr val="lt1"/>
          </a:solidFill>
        </a:fill>
      </a:tcStyle>
    </a:lastRow>
    <a:seCell>
      <a:tcTxStyle b="off" i="off"/>
    </a:seCell>
    <a:swCell>
      <a:tcTxStyle b="off" i="off"/>
    </a:swCell>
    <a:firstRow>
      <a:tcTxStyle b="on" i="off">
        <a:font>
          <a:latin typeface="Calibri"/>
          <a:ea typeface="Calibri"/>
          <a:cs typeface="Calibri"/>
        </a:font>
        <a:schemeClr val="lt1"/>
      </a:tcTxStyle>
      <a:tcStyle>
        <a:fill>
          <a:solidFill>
            <a:schemeClr val="accent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2381"/>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1" Type="http://customschemas.google.com/relationships/presentationmetadata" Target="metadata"/><Relationship Id="rId10" Type="http://schemas.openxmlformats.org/officeDocument/2006/relationships/slide" Target="slides/slide4.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2: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3: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4: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תוכן" type="obj">
  <p:cSld name="OBJECT">
    <p:spTree>
      <p:nvGrpSpPr>
        <p:cNvPr id="11" name="Shape 11"/>
        <p:cNvGrpSpPr/>
        <p:nvPr/>
      </p:nvGrpSpPr>
      <p:grpSpPr>
        <a:xfrm>
          <a:off x="0" y="0"/>
          <a:ext cx="0" cy="0"/>
          <a:chOff x="0" y="0"/>
          <a:chExt cx="0" cy="0"/>
        </a:xfrm>
      </p:grpSpPr>
      <p:sp>
        <p:nvSpPr>
          <p:cNvPr id="12" name="Google Shape;12;p7"/>
          <p:cNvSpPr txBox="1"/>
          <p:nvPr>
            <p:ph type="title"/>
          </p:nvPr>
        </p:nvSpPr>
        <p:spPr>
          <a:xfrm>
            <a:off x="519751" y="569253"/>
            <a:ext cx="6520500" cy="20667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7"/>
          <p:cNvSpPr txBox="1"/>
          <p:nvPr>
            <p:ph idx="1" type="body"/>
          </p:nvPr>
        </p:nvSpPr>
        <p:spPr>
          <a:xfrm>
            <a:off x="519751" y="2846250"/>
            <a:ext cx="6520500" cy="67839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14" name="Google Shape;14;p7"/>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7"/>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7"/>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קופית כותרת" type="title">
  <p:cSld name="TITLE">
    <p:spTree>
      <p:nvGrpSpPr>
        <p:cNvPr id="17" name="Shape 17"/>
        <p:cNvGrpSpPr/>
        <p:nvPr/>
      </p:nvGrpSpPr>
      <p:grpSpPr>
        <a:xfrm>
          <a:off x="0" y="0"/>
          <a:ext cx="0" cy="0"/>
          <a:chOff x="0" y="0"/>
          <a:chExt cx="0" cy="0"/>
        </a:xfrm>
      </p:grpSpPr>
      <p:sp>
        <p:nvSpPr>
          <p:cNvPr id="18" name="Google Shape;18;p8"/>
          <p:cNvSpPr txBox="1"/>
          <p:nvPr>
            <p:ph type="ctrTitle"/>
          </p:nvPr>
        </p:nvSpPr>
        <p:spPr>
          <a:xfrm>
            <a:off x="567000" y="1749826"/>
            <a:ext cx="6426000" cy="3722400"/>
          </a:xfrm>
          <a:prstGeom prst="rect">
            <a:avLst/>
          </a:prstGeom>
          <a:noFill/>
          <a:ln>
            <a:noFill/>
          </a:ln>
        </p:spPr>
        <p:txBody>
          <a:bodyPr anchorCtr="0" anchor="b" bIns="45700" lIns="91425" spcFirstLastPara="1" rIns="91425" wrap="square" tIns="45700">
            <a:normAutofit/>
          </a:bodyPr>
          <a:lstStyle>
            <a:lvl1pPr lvl="0" rtl="1"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
          <p:cNvSpPr txBox="1"/>
          <p:nvPr>
            <p:ph idx="1" type="subTitle"/>
          </p:nvPr>
        </p:nvSpPr>
        <p:spPr>
          <a:xfrm>
            <a:off x="945000" y="5615776"/>
            <a:ext cx="5670000" cy="2581500"/>
          </a:xfrm>
          <a:prstGeom prst="rect">
            <a:avLst/>
          </a:prstGeom>
          <a:noFill/>
          <a:ln>
            <a:noFill/>
          </a:ln>
        </p:spPr>
        <p:txBody>
          <a:bodyPr anchorCtr="0" anchor="t" bIns="45700" lIns="91425" spcFirstLastPara="1" rIns="91425" wrap="square" tIns="45700">
            <a:normAutofit/>
          </a:bodyPr>
          <a:lstStyle>
            <a:lvl1pPr lvl="0" rtl="1" algn="ctr">
              <a:lnSpc>
                <a:spcPct val="90000"/>
              </a:lnSpc>
              <a:spcBef>
                <a:spcPts val="750"/>
              </a:spcBef>
              <a:spcAft>
                <a:spcPts val="0"/>
              </a:spcAft>
              <a:buClr>
                <a:schemeClr val="dk1"/>
              </a:buClr>
              <a:buSzPts val="1800"/>
              <a:buNone/>
              <a:defRPr sz="1800"/>
            </a:lvl1pPr>
            <a:lvl2pPr lvl="1" rtl="1" algn="ctr">
              <a:lnSpc>
                <a:spcPct val="90000"/>
              </a:lnSpc>
              <a:spcBef>
                <a:spcPts val="375"/>
              </a:spcBef>
              <a:spcAft>
                <a:spcPts val="0"/>
              </a:spcAft>
              <a:buClr>
                <a:schemeClr val="dk1"/>
              </a:buClr>
              <a:buSzPts val="1500"/>
              <a:buNone/>
              <a:defRPr sz="1500"/>
            </a:lvl2pPr>
            <a:lvl3pPr lvl="2" rtl="1" algn="ctr">
              <a:lnSpc>
                <a:spcPct val="90000"/>
              </a:lnSpc>
              <a:spcBef>
                <a:spcPts val="375"/>
              </a:spcBef>
              <a:spcAft>
                <a:spcPts val="0"/>
              </a:spcAft>
              <a:buClr>
                <a:schemeClr val="dk1"/>
              </a:buClr>
              <a:buSzPts val="1350"/>
              <a:buNone/>
              <a:defRPr sz="1350"/>
            </a:lvl3pPr>
            <a:lvl4pPr lvl="3" rtl="1" algn="ctr">
              <a:lnSpc>
                <a:spcPct val="90000"/>
              </a:lnSpc>
              <a:spcBef>
                <a:spcPts val="375"/>
              </a:spcBef>
              <a:spcAft>
                <a:spcPts val="0"/>
              </a:spcAft>
              <a:buClr>
                <a:schemeClr val="dk1"/>
              </a:buClr>
              <a:buSzPts val="1200"/>
              <a:buNone/>
              <a:defRPr sz="1200"/>
            </a:lvl4pPr>
            <a:lvl5pPr lvl="4" rtl="1" algn="ctr">
              <a:lnSpc>
                <a:spcPct val="90000"/>
              </a:lnSpc>
              <a:spcBef>
                <a:spcPts val="375"/>
              </a:spcBef>
              <a:spcAft>
                <a:spcPts val="0"/>
              </a:spcAft>
              <a:buClr>
                <a:schemeClr val="dk1"/>
              </a:buClr>
              <a:buSzPts val="1200"/>
              <a:buNone/>
              <a:defRPr sz="1200"/>
            </a:lvl5pPr>
            <a:lvl6pPr lvl="5" rtl="1" algn="ctr">
              <a:lnSpc>
                <a:spcPct val="90000"/>
              </a:lnSpc>
              <a:spcBef>
                <a:spcPts val="375"/>
              </a:spcBef>
              <a:spcAft>
                <a:spcPts val="0"/>
              </a:spcAft>
              <a:buClr>
                <a:schemeClr val="dk1"/>
              </a:buClr>
              <a:buSzPts val="1200"/>
              <a:buNone/>
              <a:defRPr sz="1200"/>
            </a:lvl6pPr>
            <a:lvl7pPr lvl="6" rtl="1" algn="ctr">
              <a:lnSpc>
                <a:spcPct val="90000"/>
              </a:lnSpc>
              <a:spcBef>
                <a:spcPts val="375"/>
              </a:spcBef>
              <a:spcAft>
                <a:spcPts val="0"/>
              </a:spcAft>
              <a:buClr>
                <a:schemeClr val="dk1"/>
              </a:buClr>
              <a:buSzPts val="1200"/>
              <a:buNone/>
              <a:defRPr sz="1200"/>
            </a:lvl7pPr>
            <a:lvl8pPr lvl="7" rtl="1" algn="ctr">
              <a:lnSpc>
                <a:spcPct val="90000"/>
              </a:lnSpc>
              <a:spcBef>
                <a:spcPts val="375"/>
              </a:spcBef>
              <a:spcAft>
                <a:spcPts val="0"/>
              </a:spcAft>
              <a:buClr>
                <a:schemeClr val="dk1"/>
              </a:buClr>
              <a:buSzPts val="1200"/>
              <a:buNone/>
              <a:defRPr sz="1200"/>
            </a:lvl8pPr>
            <a:lvl9pPr lvl="8" rtl="1" algn="ctr">
              <a:lnSpc>
                <a:spcPct val="90000"/>
              </a:lnSpc>
              <a:spcBef>
                <a:spcPts val="375"/>
              </a:spcBef>
              <a:spcAft>
                <a:spcPts val="0"/>
              </a:spcAft>
              <a:buClr>
                <a:schemeClr val="dk1"/>
              </a:buClr>
              <a:buSzPts val="1200"/>
              <a:buNone/>
              <a:defRPr sz="1200"/>
            </a:lvl9pPr>
          </a:lstStyle>
          <a:p/>
        </p:txBody>
      </p:sp>
      <p:sp>
        <p:nvSpPr>
          <p:cNvPr id="20" name="Google Shape;20;p8"/>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8"/>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מקטע עליונה" type="secHead">
  <p:cSld name="SECTION_HEADER">
    <p:spTree>
      <p:nvGrpSpPr>
        <p:cNvPr id="23" name="Shape 23"/>
        <p:cNvGrpSpPr/>
        <p:nvPr/>
      </p:nvGrpSpPr>
      <p:grpSpPr>
        <a:xfrm>
          <a:off x="0" y="0"/>
          <a:ext cx="0" cy="0"/>
          <a:chOff x="0" y="0"/>
          <a:chExt cx="0" cy="0"/>
        </a:xfrm>
      </p:grpSpPr>
      <p:sp>
        <p:nvSpPr>
          <p:cNvPr id="24" name="Google Shape;24;p9"/>
          <p:cNvSpPr txBox="1"/>
          <p:nvPr>
            <p:ph type="title"/>
          </p:nvPr>
        </p:nvSpPr>
        <p:spPr>
          <a:xfrm>
            <a:off x="515813" y="2665578"/>
            <a:ext cx="6520500" cy="4447500"/>
          </a:xfrm>
          <a:prstGeom prst="rect">
            <a:avLst/>
          </a:prstGeom>
          <a:noFill/>
          <a:ln>
            <a:noFill/>
          </a:ln>
        </p:spPr>
        <p:txBody>
          <a:bodyPr anchorCtr="0" anchor="b" bIns="45700" lIns="91425" spcFirstLastPara="1" rIns="91425" wrap="square" tIns="45700">
            <a:normAutofit/>
          </a:bodyPr>
          <a:lstStyle>
            <a:lvl1pPr lvl="0" rtl="1"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
          <p:cNvSpPr txBox="1"/>
          <p:nvPr>
            <p:ph idx="1" type="body"/>
          </p:nvPr>
        </p:nvSpPr>
        <p:spPr>
          <a:xfrm>
            <a:off x="515813" y="7155228"/>
            <a:ext cx="6520500" cy="2338800"/>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800"/>
              <a:buNone/>
              <a:defRPr sz="1800">
                <a:solidFill>
                  <a:schemeClr val="dk1"/>
                </a:solidFill>
              </a:defRPr>
            </a:lvl1pPr>
            <a:lvl2pPr indent="-228600" lvl="1" marL="914400" rtl="1" algn="r">
              <a:lnSpc>
                <a:spcPct val="90000"/>
              </a:lnSpc>
              <a:spcBef>
                <a:spcPts val="375"/>
              </a:spcBef>
              <a:spcAft>
                <a:spcPts val="0"/>
              </a:spcAft>
              <a:buClr>
                <a:srgbClr val="888888"/>
              </a:buClr>
              <a:buSzPts val="1500"/>
              <a:buNone/>
              <a:defRPr sz="1500">
                <a:solidFill>
                  <a:srgbClr val="888888"/>
                </a:solidFill>
              </a:defRPr>
            </a:lvl2pPr>
            <a:lvl3pPr indent="-228600" lvl="2" marL="1371600" rtl="1" algn="r">
              <a:lnSpc>
                <a:spcPct val="90000"/>
              </a:lnSpc>
              <a:spcBef>
                <a:spcPts val="375"/>
              </a:spcBef>
              <a:spcAft>
                <a:spcPts val="0"/>
              </a:spcAft>
              <a:buClr>
                <a:srgbClr val="888888"/>
              </a:buClr>
              <a:buSzPts val="1350"/>
              <a:buNone/>
              <a:defRPr sz="1350">
                <a:solidFill>
                  <a:srgbClr val="888888"/>
                </a:solidFill>
              </a:defRPr>
            </a:lvl3pPr>
            <a:lvl4pPr indent="-228600" lvl="3" marL="1828800" rtl="1" algn="r">
              <a:lnSpc>
                <a:spcPct val="90000"/>
              </a:lnSpc>
              <a:spcBef>
                <a:spcPts val="375"/>
              </a:spcBef>
              <a:spcAft>
                <a:spcPts val="0"/>
              </a:spcAft>
              <a:buClr>
                <a:srgbClr val="888888"/>
              </a:buClr>
              <a:buSzPts val="1200"/>
              <a:buNone/>
              <a:defRPr sz="1200">
                <a:solidFill>
                  <a:srgbClr val="888888"/>
                </a:solidFill>
              </a:defRPr>
            </a:lvl4pPr>
            <a:lvl5pPr indent="-228600" lvl="4" marL="2286000" rtl="1" algn="r">
              <a:lnSpc>
                <a:spcPct val="90000"/>
              </a:lnSpc>
              <a:spcBef>
                <a:spcPts val="375"/>
              </a:spcBef>
              <a:spcAft>
                <a:spcPts val="0"/>
              </a:spcAft>
              <a:buClr>
                <a:srgbClr val="888888"/>
              </a:buClr>
              <a:buSzPts val="1200"/>
              <a:buNone/>
              <a:defRPr sz="1200">
                <a:solidFill>
                  <a:srgbClr val="888888"/>
                </a:solidFill>
              </a:defRPr>
            </a:lvl5pPr>
            <a:lvl6pPr indent="-228600" lvl="5" marL="2743200" rtl="1" algn="r">
              <a:lnSpc>
                <a:spcPct val="90000"/>
              </a:lnSpc>
              <a:spcBef>
                <a:spcPts val="375"/>
              </a:spcBef>
              <a:spcAft>
                <a:spcPts val="0"/>
              </a:spcAft>
              <a:buClr>
                <a:srgbClr val="888888"/>
              </a:buClr>
              <a:buSzPts val="1200"/>
              <a:buNone/>
              <a:defRPr sz="1200">
                <a:solidFill>
                  <a:srgbClr val="888888"/>
                </a:solidFill>
              </a:defRPr>
            </a:lvl6pPr>
            <a:lvl7pPr indent="-228600" lvl="6" marL="3200400" rtl="1" algn="r">
              <a:lnSpc>
                <a:spcPct val="90000"/>
              </a:lnSpc>
              <a:spcBef>
                <a:spcPts val="375"/>
              </a:spcBef>
              <a:spcAft>
                <a:spcPts val="0"/>
              </a:spcAft>
              <a:buClr>
                <a:srgbClr val="888888"/>
              </a:buClr>
              <a:buSzPts val="1200"/>
              <a:buNone/>
              <a:defRPr sz="1200">
                <a:solidFill>
                  <a:srgbClr val="888888"/>
                </a:solidFill>
              </a:defRPr>
            </a:lvl7pPr>
            <a:lvl8pPr indent="-228600" lvl="7" marL="3657600" rtl="1" algn="r">
              <a:lnSpc>
                <a:spcPct val="90000"/>
              </a:lnSpc>
              <a:spcBef>
                <a:spcPts val="375"/>
              </a:spcBef>
              <a:spcAft>
                <a:spcPts val="0"/>
              </a:spcAft>
              <a:buClr>
                <a:srgbClr val="888888"/>
              </a:buClr>
              <a:buSzPts val="1200"/>
              <a:buNone/>
              <a:defRPr sz="1200">
                <a:solidFill>
                  <a:srgbClr val="888888"/>
                </a:solidFill>
              </a:defRPr>
            </a:lvl8pPr>
            <a:lvl9pPr indent="-228600" lvl="8" marL="4114800" rtl="1" algn="r">
              <a:lnSpc>
                <a:spcPct val="90000"/>
              </a:lnSpc>
              <a:spcBef>
                <a:spcPts val="375"/>
              </a:spcBef>
              <a:spcAft>
                <a:spcPts val="0"/>
              </a:spcAft>
              <a:buClr>
                <a:srgbClr val="888888"/>
              </a:buClr>
              <a:buSzPts val="1200"/>
              <a:buNone/>
              <a:defRPr sz="1200">
                <a:solidFill>
                  <a:srgbClr val="888888"/>
                </a:solidFill>
              </a:defRPr>
            </a:lvl9pPr>
          </a:lstStyle>
          <a:p/>
        </p:txBody>
      </p:sp>
      <p:sp>
        <p:nvSpPr>
          <p:cNvPr id="26" name="Google Shape;26;p9"/>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9"/>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9"/>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ני תכנים" type="twoObj">
  <p:cSld name="TWO_OBJECTS">
    <p:spTree>
      <p:nvGrpSpPr>
        <p:cNvPr id="29" name="Shape 29"/>
        <p:cNvGrpSpPr/>
        <p:nvPr/>
      </p:nvGrpSpPr>
      <p:grpSpPr>
        <a:xfrm>
          <a:off x="0" y="0"/>
          <a:ext cx="0" cy="0"/>
          <a:chOff x="0" y="0"/>
          <a:chExt cx="0" cy="0"/>
        </a:xfrm>
      </p:grpSpPr>
      <p:sp>
        <p:nvSpPr>
          <p:cNvPr id="30" name="Google Shape;30;p10"/>
          <p:cNvSpPr txBox="1"/>
          <p:nvPr>
            <p:ph type="title"/>
          </p:nvPr>
        </p:nvSpPr>
        <p:spPr>
          <a:xfrm>
            <a:off x="519751" y="569253"/>
            <a:ext cx="6520500" cy="20667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idx="1" type="body"/>
          </p:nvPr>
        </p:nvSpPr>
        <p:spPr>
          <a:xfrm>
            <a:off x="519751" y="2846250"/>
            <a:ext cx="3213000" cy="67839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32" name="Google Shape;32;p10"/>
          <p:cNvSpPr txBox="1"/>
          <p:nvPr>
            <p:ph idx="2" type="body"/>
          </p:nvPr>
        </p:nvSpPr>
        <p:spPr>
          <a:xfrm>
            <a:off x="3827251" y="2846250"/>
            <a:ext cx="3213000" cy="67839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33" name="Google Shape;33;p10"/>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0"/>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0"/>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השוואה" type="twoTxTwoObj">
  <p:cSld name="TWO_OBJECTS_WITH_TEXT">
    <p:spTree>
      <p:nvGrpSpPr>
        <p:cNvPr id="36" name="Shape 36"/>
        <p:cNvGrpSpPr/>
        <p:nvPr/>
      </p:nvGrpSpPr>
      <p:grpSpPr>
        <a:xfrm>
          <a:off x="0" y="0"/>
          <a:ext cx="0" cy="0"/>
          <a:chOff x="0" y="0"/>
          <a:chExt cx="0" cy="0"/>
        </a:xfrm>
      </p:grpSpPr>
      <p:sp>
        <p:nvSpPr>
          <p:cNvPr id="37" name="Google Shape;37;p11"/>
          <p:cNvSpPr txBox="1"/>
          <p:nvPr>
            <p:ph type="title"/>
          </p:nvPr>
        </p:nvSpPr>
        <p:spPr>
          <a:xfrm>
            <a:off x="520735" y="569253"/>
            <a:ext cx="6520500" cy="20667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1"/>
          <p:cNvSpPr txBox="1"/>
          <p:nvPr>
            <p:ph idx="1" type="body"/>
          </p:nvPr>
        </p:nvSpPr>
        <p:spPr>
          <a:xfrm>
            <a:off x="520735" y="2621026"/>
            <a:ext cx="3198300" cy="1284600"/>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800"/>
              <a:buNone/>
              <a:defRPr b="1" sz="1800"/>
            </a:lvl1pPr>
            <a:lvl2pPr indent="-228600" lvl="1" marL="914400" rtl="1" algn="r">
              <a:lnSpc>
                <a:spcPct val="90000"/>
              </a:lnSpc>
              <a:spcBef>
                <a:spcPts val="375"/>
              </a:spcBef>
              <a:spcAft>
                <a:spcPts val="0"/>
              </a:spcAft>
              <a:buClr>
                <a:schemeClr val="dk1"/>
              </a:buClr>
              <a:buSzPts val="1500"/>
              <a:buNone/>
              <a:defRPr b="1" sz="1500"/>
            </a:lvl2pPr>
            <a:lvl3pPr indent="-228600" lvl="2" marL="1371600" rtl="1" algn="r">
              <a:lnSpc>
                <a:spcPct val="90000"/>
              </a:lnSpc>
              <a:spcBef>
                <a:spcPts val="375"/>
              </a:spcBef>
              <a:spcAft>
                <a:spcPts val="0"/>
              </a:spcAft>
              <a:buClr>
                <a:schemeClr val="dk1"/>
              </a:buClr>
              <a:buSzPts val="1350"/>
              <a:buNone/>
              <a:defRPr b="1" sz="1350"/>
            </a:lvl3pPr>
            <a:lvl4pPr indent="-228600" lvl="3" marL="1828800" rtl="1" algn="r">
              <a:lnSpc>
                <a:spcPct val="90000"/>
              </a:lnSpc>
              <a:spcBef>
                <a:spcPts val="375"/>
              </a:spcBef>
              <a:spcAft>
                <a:spcPts val="0"/>
              </a:spcAft>
              <a:buClr>
                <a:schemeClr val="dk1"/>
              </a:buClr>
              <a:buSzPts val="1200"/>
              <a:buNone/>
              <a:defRPr b="1" sz="1200"/>
            </a:lvl4pPr>
            <a:lvl5pPr indent="-228600" lvl="4" marL="2286000" rtl="1" algn="r">
              <a:lnSpc>
                <a:spcPct val="90000"/>
              </a:lnSpc>
              <a:spcBef>
                <a:spcPts val="375"/>
              </a:spcBef>
              <a:spcAft>
                <a:spcPts val="0"/>
              </a:spcAft>
              <a:buClr>
                <a:schemeClr val="dk1"/>
              </a:buClr>
              <a:buSzPts val="1200"/>
              <a:buNone/>
              <a:defRPr b="1" sz="1200"/>
            </a:lvl5pPr>
            <a:lvl6pPr indent="-228600" lvl="5" marL="2743200" rtl="1" algn="r">
              <a:lnSpc>
                <a:spcPct val="90000"/>
              </a:lnSpc>
              <a:spcBef>
                <a:spcPts val="375"/>
              </a:spcBef>
              <a:spcAft>
                <a:spcPts val="0"/>
              </a:spcAft>
              <a:buClr>
                <a:schemeClr val="dk1"/>
              </a:buClr>
              <a:buSzPts val="1200"/>
              <a:buNone/>
              <a:defRPr b="1" sz="1200"/>
            </a:lvl6pPr>
            <a:lvl7pPr indent="-228600" lvl="6" marL="3200400" rtl="1" algn="r">
              <a:lnSpc>
                <a:spcPct val="90000"/>
              </a:lnSpc>
              <a:spcBef>
                <a:spcPts val="375"/>
              </a:spcBef>
              <a:spcAft>
                <a:spcPts val="0"/>
              </a:spcAft>
              <a:buClr>
                <a:schemeClr val="dk1"/>
              </a:buClr>
              <a:buSzPts val="1200"/>
              <a:buNone/>
              <a:defRPr b="1" sz="1200"/>
            </a:lvl7pPr>
            <a:lvl8pPr indent="-228600" lvl="7" marL="3657600" rtl="1" algn="r">
              <a:lnSpc>
                <a:spcPct val="90000"/>
              </a:lnSpc>
              <a:spcBef>
                <a:spcPts val="375"/>
              </a:spcBef>
              <a:spcAft>
                <a:spcPts val="0"/>
              </a:spcAft>
              <a:buClr>
                <a:schemeClr val="dk1"/>
              </a:buClr>
              <a:buSzPts val="1200"/>
              <a:buNone/>
              <a:defRPr b="1" sz="1200"/>
            </a:lvl8pPr>
            <a:lvl9pPr indent="-228600" lvl="8" marL="4114800" rtl="1" algn="r">
              <a:lnSpc>
                <a:spcPct val="90000"/>
              </a:lnSpc>
              <a:spcBef>
                <a:spcPts val="375"/>
              </a:spcBef>
              <a:spcAft>
                <a:spcPts val="0"/>
              </a:spcAft>
              <a:buClr>
                <a:schemeClr val="dk1"/>
              </a:buClr>
              <a:buSzPts val="1200"/>
              <a:buNone/>
              <a:defRPr b="1" sz="1200"/>
            </a:lvl9pPr>
          </a:lstStyle>
          <a:p/>
        </p:txBody>
      </p:sp>
      <p:sp>
        <p:nvSpPr>
          <p:cNvPr id="39" name="Google Shape;39;p11"/>
          <p:cNvSpPr txBox="1"/>
          <p:nvPr>
            <p:ph idx="2" type="body"/>
          </p:nvPr>
        </p:nvSpPr>
        <p:spPr>
          <a:xfrm>
            <a:off x="520735" y="3905550"/>
            <a:ext cx="3198300" cy="57444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40" name="Google Shape;40;p11"/>
          <p:cNvSpPr txBox="1"/>
          <p:nvPr>
            <p:ph idx="3" type="body"/>
          </p:nvPr>
        </p:nvSpPr>
        <p:spPr>
          <a:xfrm>
            <a:off x="3827251" y="2621026"/>
            <a:ext cx="3213900" cy="1284600"/>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800"/>
              <a:buNone/>
              <a:defRPr b="1" sz="1800"/>
            </a:lvl1pPr>
            <a:lvl2pPr indent="-228600" lvl="1" marL="914400" rtl="1" algn="r">
              <a:lnSpc>
                <a:spcPct val="90000"/>
              </a:lnSpc>
              <a:spcBef>
                <a:spcPts val="375"/>
              </a:spcBef>
              <a:spcAft>
                <a:spcPts val="0"/>
              </a:spcAft>
              <a:buClr>
                <a:schemeClr val="dk1"/>
              </a:buClr>
              <a:buSzPts val="1500"/>
              <a:buNone/>
              <a:defRPr b="1" sz="1500"/>
            </a:lvl2pPr>
            <a:lvl3pPr indent="-228600" lvl="2" marL="1371600" rtl="1" algn="r">
              <a:lnSpc>
                <a:spcPct val="90000"/>
              </a:lnSpc>
              <a:spcBef>
                <a:spcPts val="375"/>
              </a:spcBef>
              <a:spcAft>
                <a:spcPts val="0"/>
              </a:spcAft>
              <a:buClr>
                <a:schemeClr val="dk1"/>
              </a:buClr>
              <a:buSzPts val="1350"/>
              <a:buNone/>
              <a:defRPr b="1" sz="1350"/>
            </a:lvl3pPr>
            <a:lvl4pPr indent="-228600" lvl="3" marL="1828800" rtl="1" algn="r">
              <a:lnSpc>
                <a:spcPct val="90000"/>
              </a:lnSpc>
              <a:spcBef>
                <a:spcPts val="375"/>
              </a:spcBef>
              <a:spcAft>
                <a:spcPts val="0"/>
              </a:spcAft>
              <a:buClr>
                <a:schemeClr val="dk1"/>
              </a:buClr>
              <a:buSzPts val="1200"/>
              <a:buNone/>
              <a:defRPr b="1" sz="1200"/>
            </a:lvl4pPr>
            <a:lvl5pPr indent="-228600" lvl="4" marL="2286000" rtl="1" algn="r">
              <a:lnSpc>
                <a:spcPct val="90000"/>
              </a:lnSpc>
              <a:spcBef>
                <a:spcPts val="375"/>
              </a:spcBef>
              <a:spcAft>
                <a:spcPts val="0"/>
              </a:spcAft>
              <a:buClr>
                <a:schemeClr val="dk1"/>
              </a:buClr>
              <a:buSzPts val="1200"/>
              <a:buNone/>
              <a:defRPr b="1" sz="1200"/>
            </a:lvl5pPr>
            <a:lvl6pPr indent="-228600" lvl="5" marL="2743200" rtl="1" algn="r">
              <a:lnSpc>
                <a:spcPct val="90000"/>
              </a:lnSpc>
              <a:spcBef>
                <a:spcPts val="375"/>
              </a:spcBef>
              <a:spcAft>
                <a:spcPts val="0"/>
              </a:spcAft>
              <a:buClr>
                <a:schemeClr val="dk1"/>
              </a:buClr>
              <a:buSzPts val="1200"/>
              <a:buNone/>
              <a:defRPr b="1" sz="1200"/>
            </a:lvl6pPr>
            <a:lvl7pPr indent="-228600" lvl="6" marL="3200400" rtl="1" algn="r">
              <a:lnSpc>
                <a:spcPct val="90000"/>
              </a:lnSpc>
              <a:spcBef>
                <a:spcPts val="375"/>
              </a:spcBef>
              <a:spcAft>
                <a:spcPts val="0"/>
              </a:spcAft>
              <a:buClr>
                <a:schemeClr val="dk1"/>
              </a:buClr>
              <a:buSzPts val="1200"/>
              <a:buNone/>
              <a:defRPr b="1" sz="1200"/>
            </a:lvl7pPr>
            <a:lvl8pPr indent="-228600" lvl="7" marL="3657600" rtl="1" algn="r">
              <a:lnSpc>
                <a:spcPct val="90000"/>
              </a:lnSpc>
              <a:spcBef>
                <a:spcPts val="375"/>
              </a:spcBef>
              <a:spcAft>
                <a:spcPts val="0"/>
              </a:spcAft>
              <a:buClr>
                <a:schemeClr val="dk1"/>
              </a:buClr>
              <a:buSzPts val="1200"/>
              <a:buNone/>
              <a:defRPr b="1" sz="1200"/>
            </a:lvl8pPr>
            <a:lvl9pPr indent="-228600" lvl="8" marL="4114800" rtl="1" algn="r">
              <a:lnSpc>
                <a:spcPct val="90000"/>
              </a:lnSpc>
              <a:spcBef>
                <a:spcPts val="375"/>
              </a:spcBef>
              <a:spcAft>
                <a:spcPts val="0"/>
              </a:spcAft>
              <a:buClr>
                <a:schemeClr val="dk1"/>
              </a:buClr>
              <a:buSzPts val="1200"/>
              <a:buNone/>
              <a:defRPr b="1" sz="1200"/>
            </a:lvl9pPr>
          </a:lstStyle>
          <a:p/>
        </p:txBody>
      </p:sp>
      <p:sp>
        <p:nvSpPr>
          <p:cNvPr id="41" name="Google Shape;41;p11"/>
          <p:cNvSpPr txBox="1"/>
          <p:nvPr>
            <p:ph idx="4" type="body"/>
          </p:nvPr>
        </p:nvSpPr>
        <p:spPr>
          <a:xfrm>
            <a:off x="3827251" y="3905550"/>
            <a:ext cx="3213900" cy="57444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42" name="Google Shape;42;p11"/>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1"/>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בלבד" type="titleOnly">
  <p:cSld name="TITLE_ONLY">
    <p:spTree>
      <p:nvGrpSpPr>
        <p:cNvPr id="45" name="Shape 45"/>
        <p:cNvGrpSpPr/>
        <p:nvPr/>
      </p:nvGrpSpPr>
      <p:grpSpPr>
        <a:xfrm>
          <a:off x="0" y="0"/>
          <a:ext cx="0" cy="0"/>
          <a:chOff x="0" y="0"/>
          <a:chExt cx="0" cy="0"/>
        </a:xfrm>
      </p:grpSpPr>
      <p:sp>
        <p:nvSpPr>
          <p:cNvPr id="46" name="Google Shape;46;p12"/>
          <p:cNvSpPr txBox="1"/>
          <p:nvPr>
            <p:ph type="title"/>
          </p:nvPr>
        </p:nvSpPr>
        <p:spPr>
          <a:xfrm>
            <a:off x="519751" y="569253"/>
            <a:ext cx="6520500" cy="20667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2"/>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ריק" type="blank">
  <p:cSld name="BLANK">
    <p:spTree>
      <p:nvGrpSpPr>
        <p:cNvPr id="50" name="Shape 50"/>
        <p:cNvGrpSpPr/>
        <p:nvPr/>
      </p:nvGrpSpPr>
      <p:grpSpPr>
        <a:xfrm>
          <a:off x="0" y="0"/>
          <a:ext cx="0" cy="0"/>
          <a:chOff x="0" y="0"/>
          <a:chExt cx="0" cy="0"/>
        </a:xfrm>
      </p:grpSpPr>
      <p:sp>
        <p:nvSpPr>
          <p:cNvPr id="51" name="Google Shape;51;p13"/>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3"/>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3"/>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וכן עם כיתוב" type="objTx">
  <p:cSld name="OBJECT_WITH_CAPTION_TEXT">
    <p:spTree>
      <p:nvGrpSpPr>
        <p:cNvPr id="54" name="Shape 54"/>
        <p:cNvGrpSpPr/>
        <p:nvPr/>
      </p:nvGrpSpPr>
      <p:grpSpPr>
        <a:xfrm>
          <a:off x="0" y="0"/>
          <a:ext cx="0" cy="0"/>
          <a:chOff x="0" y="0"/>
          <a:chExt cx="0" cy="0"/>
        </a:xfrm>
      </p:grpSpPr>
      <p:sp>
        <p:nvSpPr>
          <p:cNvPr id="55" name="Google Shape;55;p14"/>
          <p:cNvSpPr txBox="1"/>
          <p:nvPr>
            <p:ph type="title"/>
          </p:nvPr>
        </p:nvSpPr>
        <p:spPr>
          <a:xfrm>
            <a:off x="520735" y="712800"/>
            <a:ext cx="2438400" cy="2494800"/>
          </a:xfrm>
          <a:prstGeom prst="rect">
            <a:avLst/>
          </a:prstGeom>
          <a:noFill/>
          <a:ln>
            <a:noFill/>
          </a:ln>
        </p:spPr>
        <p:txBody>
          <a:bodyPr anchorCtr="0" anchor="b" bIns="45700" lIns="91425" spcFirstLastPara="1" rIns="91425" wrap="square" tIns="45700">
            <a:normAutofit/>
          </a:bodyPr>
          <a:lstStyle>
            <a:lvl1pPr lvl="0" rtl="1"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4"/>
          <p:cNvSpPr txBox="1"/>
          <p:nvPr>
            <p:ph idx="1" type="body"/>
          </p:nvPr>
        </p:nvSpPr>
        <p:spPr>
          <a:xfrm>
            <a:off x="3213984" y="1539452"/>
            <a:ext cx="3827400" cy="7598100"/>
          </a:xfrm>
          <a:prstGeom prst="rect">
            <a:avLst/>
          </a:prstGeom>
          <a:noFill/>
          <a:ln>
            <a:noFill/>
          </a:ln>
        </p:spPr>
        <p:txBody>
          <a:bodyPr anchorCtr="0" anchor="t" bIns="45700" lIns="91425" spcFirstLastPara="1" rIns="91425" wrap="square" tIns="45700">
            <a:normAutofit/>
          </a:bodyPr>
          <a:lstStyle>
            <a:lvl1pPr indent="-381000" lvl="0" marL="457200" rtl="1" algn="r">
              <a:lnSpc>
                <a:spcPct val="90000"/>
              </a:lnSpc>
              <a:spcBef>
                <a:spcPts val="750"/>
              </a:spcBef>
              <a:spcAft>
                <a:spcPts val="0"/>
              </a:spcAft>
              <a:buClr>
                <a:schemeClr val="dk1"/>
              </a:buClr>
              <a:buSzPts val="2400"/>
              <a:buChar char="•"/>
              <a:defRPr sz="2400"/>
            </a:lvl1pPr>
            <a:lvl2pPr indent="-361950" lvl="1" marL="914400" rtl="1" algn="r">
              <a:lnSpc>
                <a:spcPct val="90000"/>
              </a:lnSpc>
              <a:spcBef>
                <a:spcPts val="375"/>
              </a:spcBef>
              <a:spcAft>
                <a:spcPts val="0"/>
              </a:spcAft>
              <a:buClr>
                <a:schemeClr val="dk1"/>
              </a:buClr>
              <a:buSzPts val="2100"/>
              <a:buChar char="•"/>
              <a:defRPr sz="2100"/>
            </a:lvl2pPr>
            <a:lvl3pPr indent="-342900" lvl="2" marL="1371600" rtl="1" algn="r">
              <a:lnSpc>
                <a:spcPct val="90000"/>
              </a:lnSpc>
              <a:spcBef>
                <a:spcPts val="375"/>
              </a:spcBef>
              <a:spcAft>
                <a:spcPts val="0"/>
              </a:spcAft>
              <a:buClr>
                <a:schemeClr val="dk1"/>
              </a:buClr>
              <a:buSzPts val="1800"/>
              <a:buChar char="•"/>
              <a:defRPr sz="1800"/>
            </a:lvl3pPr>
            <a:lvl4pPr indent="-323850" lvl="3" marL="1828800" rtl="1" algn="r">
              <a:lnSpc>
                <a:spcPct val="90000"/>
              </a:lnSpc>
              <a:spcBef>
                <a:spcPts val="375"/>
              </a:spcBef>
              <a:spcAft>
                <a:spcPts val="0"/>
              </a:spcAft>
              <a:buClr>
                <a:schemeClr val="dk1"/>
              </a:buClr>
              <a:buSzPts val="1500"/>
              <a:buChar char="•"/>
              <a:defRPr sz="1500"/>
            </a:lvl4pPr>
            <a:lvl5pPr indent="-323850" lvl="4" marL="2286000" rtl="1" algn="r">
              <a:lnSpc>
                <a:spcPct val="90000"/>
              </a:lnSpc>
              <a:spcBef>
                <a:spcPts val="375"/>
              </a:spcBef>
              <a:spcAft>
                <a:spcPts val="0"/>
              </a:spcAft>
              <a:buClr>
                <a:schemeClr val="dk1"/>
              </a:buClr>
              <a:buSzPts val="1500"/>
              <a:buChar char="•"/>
              <a:defRPr sz="1500"/>
            </a:lvl5pPr>
            <a:lvl6pPr indent="-323850" lvl="5" marL="2743200" rtl="1" algn="r">
              <a:lnSpc>
                <a:spcPct val="90000"/>
              </a:lnSpc>
              <a:spcBef>
                <a:spcPts val="375"/>
              </a:spcBef>
              <a:spcAft>
                <a:spcPts val="0"/>
              </a:spcAft>
              <a:buClr>
                <a:schemeClr val="dk1"/>
              </a:buClr>
              <a:buSzPts val="1500"/>
              <a:buChar char="•"/>
              <a:defRPr sz="1500"/>
            </a:lvl6pPr>
            <a:lvl7pPr indent="-323850" lvl="6" marL="3200400" rtl="1" algn="r">
              <a:lnSpc>
                <a:spcPct val="90000"/>
              </a:lnSpc>
              <a:spcBef>
                <a:spcPts val="375"/>
              </a:spcBef>
              <a:spcAft>
                <a:spcPts val="0"/>
              </a:spcAft>
              <a:buClr>
                <a:schemeClr val="dk1"/>
              </a:buClr>
              <a:buSzPts val="1500"/>
              <a:buChar char="•"/>
              <a:defRPr sz="1500"/>
            </a:lvl7pPr>
            <a:lvl8pPr indent="-323850" lvl="7" marL="3657600" rtl="1" algn="r">
              <a:lnSpc>
                <a:spcPct val="90000"/>
              </a:lnSpc>
              <a:spcBef>
                <a:spcPts val="375"/>
              </a:spcBef>
              <a:spcAft>
                <a:spcPts val="0"/>
              </a:spcAft>
              <a:buClr>
                <a:schemeClr val="dk1"/>
              </a:buClr>
              <a:buSzPts val="1500"/>
              <a:buChar char="•"/>
              <a:defRPr sz="1500"/>
            </a:lvl8pPr>
            <a:lvl9pPr indent="-323850" lvl="8" marL="4114800" rtl="1" algn="r">
              <a:lnSpc>
                <a:spcPct val="90000"/>
              </a:lnSpc>
              <a:spcBef>
                <a:spcPts val="375"/>
              </a:spcBef>
              <a:spcAft>
                <a:spcPts val="0"/>
              </a:spcAft>
              <a:buClr>
                <a:schemeClr val="dk1"/>
              </a:buClr>
              <a:buSzPts val="1500"/>
              <a:buChar char="•"/>
              <a:defRPr sz="1500"/>
            </a:lvl9pPr>
          </a:lstStyle>
          <a:p/>
        </p:txBody>
      </p:sp>
      <p:sp>
        <p:nvSpPr>
          <p:cNvPr id="57" name="Google Shape;57;p14"/>
          <p:cNvSpPr txBox="1"/>
          <p:nvPr>
            <p:ph idx="2" type="body"/>
          </p:nvPr>
        </p:nvSpPr>
        <p:spPr>
          <a:xfrm>
            <a:off x="520735" y="3207600"/>
            <a:ext cx="2438400" cy="5942400"/>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200"/>
              <a:buNone/>
              <a:defRPr sz="1200"/>
            </a:lvl1pPr>
            <a:lvl2pPr indent="-228600" lvl="1" marL="914400" rtl="1" algn="r">
              <a:lnSpc>
                <a:spcPct val="90000"/>
              </a:lnSpc>
              <a:spcBef>
                <a:spcPts val="375"/>
              </a:spcBef>
              <a:spcAft>
                <a:spcPts val="0"/>
              </a:spcAft>
              <a:buClr>
                <a:schemeClr val="dk1"/>
              </a:buClr>
              <a:buSzPts val="1050"/>
              <a:buNone/>
              <a:defRPr sz="1050"/>
            </a:lvl2pPr>
            <a:lvl3pPr indent="-228600" lvl="2" marL="1371600" rtl="1" algn="r">
              <a:lnSpc>
                <a:spcPct val="90000"/>
              </a:lnSpc>
              <a:spcBef>
                <a:spcPts val="375"/>
              </a:spcBef>
              <a:spcAft>
                <a:spcPts val="0"/>
              </a:spcAft>
              <a:buClr>
                <a:schemeClr val="dk1"/>
              </a:buClr>
              <a:buSzPts val="900"/>
              <a:buNone/>
              <a:defRPr sz="900"/>
            </a:lvl3pPr>
            <a:lvl4pPr indent="-228600" lvl="3" marL="1828800" rtl="1" algn="r">
              <a:lnSpc>
                <a:spcPct val="90000"/>
              </a:lnSpc>
              <a:spcBef>
                <a:spcPts val="375"/>
              </a:spcBef>
              <a:spcAft>
                <a:spcPts val="0"/>
              </a:spcAft>
              <a:buClr>
                <a:schemeClr val="dk1"/>
              </a:buClr>
              <a:buSzPts val="750"/>
              <a:buNone/>
              <a:defRPr sz="750"/>
            </a:lvl4pPr>
            <a:lvl5pPr indent="-228600" lvl="4" marL="2286000" rtl="1" algn="r">
              <a:lnSpc>
                <a:spcPct val="90000"/>
              </a:lnSpc>
              <a:spcBef>
                <a:spcPts val="375"/>
              </a:spcBef>
              <a:spcAft>
                <a:spcPts val="0"/>
              </a:spcAft>
              <a:buClr>
                <a:schemeClr val="dk1"/>
              </a:buClr>
              <a:buSzPts val="750"/>
              <a:buNone/>
              <a:defRPr sz="750"/>
            </a:lvl5pPr>
            <a:lvl6pPr indent="-228600" lvl="5" marL="2743200" rtl="1" algn="r">
              <a:lnSpc>
                <a:spcPct val="90000"/>
              </a:lnSpc>
              <a:spcBef>
                <a:spcPts val="375"/>
              </a:spcBef>
              <a:spcAft>
                <a:spcPts val="0"/>
              </a:spcAft>
              <a:buClr>
                <a:schemeClr val="dk1"/>
              </a:buClr>
              <a:buSzPts val="750"/>
              <a:buNone/>
              <a:defRPr sz="750"/>
            </a:lvl6pPr>
            <a:lvl7pPr indent="-228600" lvl="6" marL="3200400" rtl="1" algn="r">
              <a:lnSpc>
                <a:spcPct val="90000"/>
              </a:lnSpc>
              <a:spcBef>
                <a:spcPts val="375"/>
              </a:spcBef>
              <a:spcAft>
                <a:spcPts val="0"/>
              </a:spcAft>
              <a:buClr>
                <a:schemeClr val="dk1"/>
              </a:buClr>
              <a:buSzPts val="750"/>
              <a:buNone/>
              <a:defRPr sz="750"/>
            </a:lvl7pPr>
            <a:lvl8pPr indent="-228600" lvl="7" marL="3657600" rtl="1" algn="r">
              <a:lnSpc>
                <a:spcPct val="90000"/>
              </a:lnSpc>
              <a:spcBef>
                <a:spcPts val="375"/>
              </a:spcBef>
              <a:spcAft>
                <a:spcPts val="0"/>
              </a:spcAft>
              <a:buClr>
                <a:schemeClr val="dk1"/>
              </a:buClr>
              <a:buSzPts val="750"/>
              <a:buNone/>
              <a:defRPr sz="750"/>
            </a:lvl8pPr>
            <a:lvl9pPr indent="-228600" lvl="8" marL="4114800" rtl="1" algn="r">
              <a:lnSpc>
                <a:spcPct val="90000"/>
              </a:lnSpc>
              <a:spcBef>
                <a:spcPts val="375"/>
              </a:spcBef>
              <a:spcAft>
                <a:spcPts val="0"/>
              </a:spcAft>
              <a:buClr>
                <a:schemeClr val="dk1"/>
              </a:buClr>
              <a:buSzPts val="750"/>
              <a:buNone/>
              <a:defRPr sz="750"/>
            </a:lvl9pPr>
          </a:lstStyle>
          <a:p/>
        </p:txBody>
      </p:sp>
      <p:sp>
        <p:nvSpPr>
          <p:cNvPr id="58" name="Google Shape;58;p14"/>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4"/>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מונה עם כיתוב" type="picTx">
  <p:cSld name="PICTURE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520735" y="712800"/>
            <a:ext cx="2438400" cy="2494800"/>
          </a:xfrm>
          <a:prstGeom prst="rect">
            <a:avLst/>
          </a:prstGeom>
          <a:noFill/>
          <a:ln>
            <a:noFill/>
          </a:ln>
        </p:spPr>
        <p:txBody>
          <a:bodyPr anchorCtr="0" anchor="b" bIns="45700" lIns="91425" spcFirstLastPara="1" rIns="91425" wrap="square" tIns="45700">
            <a:normAutofit/>
          </a:bodyPr>
          <a:lstStyle>
            <a:lvl1pPr lvl="0" rtl="1"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5"/>
          <p:cNvSpPr/>
          <p:nvPr>
            <p:ph idx="2" type="pic"/>
          </p:nvPr>
        </p:nvSpPr>
        <p:spPr>
          <a:xfrm>
            <a:off x="3213984" y="1539452"/>
            <a:ext cx="3827400" cy="7598100"/>
          </a:xfrm>
          <a:prstGeom prst="rect">
            <a:avLst/>
          </a:prstGeom>
          <a:noFill/>
          <a:ln>
            <a:noFill/>
          </a:ln>
        </p:spPr>
      </p:sp>
      <p:sp>
        <p:nvSpPr>
          <p:cNvPr id="64" name="Google Shape;64;p15"/>
          <p:cNvSpPr txBox="1"/>
          <p:nvPr>
            <p:ph idx="1" type="body"/>
          </p:nvPr>
        </p:nvSpPr>
        <p:spPr>
          <a:xfrm>
            <a:off x="520735" y="3207600"/>
            <a:ext cx="2438400" cy="5942400"/>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750"/>
              </a:spcBef>
              <a:spcAft>
                <a:spcPts val="0"/>
              </a:spcAft>
              <a:buClr>
                <a:schemeClr val="dk1"/>
              </a:buClr>
              <a:buSzPts val="1200"/>
              <a:buNone/>
              <a:defRPr sz="1200"/>
            </a:lvl1pPr>
            <a:lvl2pPr indent="-228600" lvl="1" marL="914400" rtl="1" algn="r">
              <a:lnSpc>
                <a:spcPct val="90000"/>
              </a:lnSpc>
              <a:spcBef>
                <a:spcPts val="375"/>
              </a:spcBef>
              <a:spcAft>
                <a:spcPts val="0"/>
              </a:spcAft>
              <a:buClr>
                <a:schemeClr val="dk1"/>
              </a:buClr>
              <a:buSzPts val="1050"/>
              <a:buNone/>
              <a:defRPr sz="1050"/>
            </a:lvl2pPr>
            <a:lvl3pPr indent="-228600" lvl="2" marL="1371600" rtl="1" algn="r">
              <a:lnSpc>
                <a:spcPct val="90000"/>
              </a:lnSpc>
              <a:spcBef>
                <a:spcPts val="375"/>
              </a:spcBef>
              <a:spcAft>
                <a:spcPts val="0"/>
              </a:spcAft>
              <a:buClr>
                <a:schemeClr val="dk1"/>
              </a:buClr>
              <a:buSzPts val="900"/>
              <a:buNone/>
              <a:defRPr sz="900"/>
            </a:lvl3pPr>
            <a:lvl4pPr indent="-228600" lvl="3" marL="1828800" rtl="1" algn="r">
              <a:lnSpc>
                <a:spcPct val="90000"/>
              </a:lnSpc>
              <a:spcBef>
                <a:spcPts val="375"/>
              </a:spcBef>
              <a:spcAft>
                <a:spcPts val="0"/>
              </a:spcAft>
              <a:buClr>
                <a:schemeClr val="dk1"/>
              </a:buClr>
              <a:buSzPts val="750"/>
              <a:buNone/>
              <a:defRPr sz="750"/>
            </a:lvl4pPr>
            <a:lvl5pPr indent="-228600" lvl="4" marL="2286000" rtl="1" algn="r">
              <a:lnSpc>
                <a:spcPct val="90000"/>
              </a:lnSpc>
              <a:spcBef>
                <a:spcPts val="375"/>
              </a:spcBef>
              <a:spcAft>
                <a:spcPts val="0"/>
              </a:spcAft>
              <a:buClr>
                <a:schemeClr val="dk1"/>
              </a:buClr>
              <a:buSzPts val="750"/>
              <a:buNone/>
              <a:defRPr sz="750"/>
            </a:lvl5pPr>
            <a:lvl6pPr indent="-228600" lvl="5" marL="2743200" rtl="1" algn="r">
              <a:lnSpc>
                <a:spcPct val="90000"/>
              </a:lnSpc>
              <a:spcBef>
                <a:spcPts val="375"/>
              </a:spcBef>
              <a:spcAft>
                <a:spcPts val="0"/>
              </a:spcAft>
              <a:buClr>
                <a:schemeClr val="dk1"/>
              </a:buClr>
              <a:buSzPts val="750"/>
              <a:buNone/>
              <a:defRPr sz="750"/>
            </a:lvl6pPr>
            <a:lvl7pPr indent="-228600" lvl="6" marL="3200400" rtl="1" algn="r">
              <a:lnSpc>
                <a:spcPct val="90000"/>
              </a:lnSpc>
              <a:spcBef>
                <a:spcPts val="375"/>
              </a:spcBef>
              <a:spcAft>
                <a:spcPts val="0"/>
              </a:spcAft>
              <a:buClr>
                <a:schemeClr val="dk1"/>
              </a:buClr>
              <a:buSzPts val="750"/>
              <a:buNone/>
              <a:defRPr sz="750"/>
            </a:lvl7pPr>
            <a:lvl8pPr indent="-228600" lvl="7" marL="3657600" rtl="1" algn="r">
              <a:lnSpc>
                <a:spcPct val="90000"/>
              </a:lnSpc>
              <a:spcBef>
                <a:spcPts val="375"/>
              </a:spcBef>
              <a:spcAft>
                <a:spcPts val="0"/>
              </a:spcAft>
              <a:buClr>
                <a:schemeClr val="dk1"/>
              </a:buClr>
              <a:buSzPts val="750"/>
              <a:buNone/>
              <a:defRPr sz="750"/>
            </a:lvl8pPr>
            <a:lvl9pPr indent="-228600" lvl="8" marL="4114800" rtl="1" algn="r">
              <a:lnSpc>
                <a:spcPct val="90000"/>
              </a:lnSpc>
              <a:spcBef>
                <a:spcPts val="375"/>
              </a:spcBef>
              <a:spcAft>
                <a:spcPts val="0"/>
              </a:spcAft>
              <a:buClr>
                <a:schemeClr val="dk1"/>
              </a:buClr>
              <a:buSzPts val="750"/>
              <a:buNone/>
              <a:defRPr sz="750"/>
            </a:lvl9pPr>
          </a:lstStyle>
          <a:p/>
        </p:txBody>
      </p:sp>
      <p:sp>
        <p:nvSpPr>
          <p:cNvPr id="65" name="Google Shape;65;p15"/>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טקסט אנכי" type="vertTx">
  <p:cSld name="VERTICAL_TEXT">
    <p:spTree>
      <p:nvGrpSpPr>
        <p:cNvPr id="68" name="Shape 68"/>
        <p:cNvGrpSpPr/>
        <p:nvPr/>
      </p:nvGrpSpPr>
      <p:grpSpPr>
        <a:xfrm>
          <a:off x="0" y="0"/>
          <a:ext cx="0" cy="0"/>
          <a:chOff x="0" y="0"/>
          <a:chExt cx="0" cy="0"/>
        </a:xfrm>
      </p:grpSpPr>
      <p:sp>
        <p:nvSpPr>
          <p:cNvPr id="69" name="Google Shape;69;p16"/>
          <p:cNvSpPr txBox="1"/>
          <p:nvPr>
            <p:ph type="title"/>
          </p:nvPr>
        </p:nvSpPr>
        <p:spPr>
          <a:xfrm>
            <a:off x="519751" y="569253"/>
            <a:ext cx="6520500" cy="20667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idx="1" type="body"/>
          </p:nvPr>
        </p:nvSpPr>
        <p:spPr>
          <a:xfrm rot="5400000">
            <a:off x="388051" y="2977950"/>
            <a:ext cx="6783900" cy="65205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71" name="Google Shape;71;p16"/>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6"/>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6"/>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אנכית וטקסט" type="vertTitleAndTx">
  <p:cSld name="VERTICAL_TITLE_AND_VERTICAL_TEXT">
    <p:spTree>
      <p:nvGrpSpPr>
        <p:cNvPr id="74" name="Shape 74"/>
        <p:cNvGrpSpPr/>
        <p:nvPr/>
      </p:nvGrpSpPr>
      <p:grpSpPr>
        <a:xfrm>
          <a:off x="0" y="0"/>
          <a:ext cx="0" cy="0"/>
          <a:chOff x="0" y="0"/>
          <a:chExt cx="0" cy="0"/>
        </a:xfrm>
      </p:grpSpPr>
      <p:sp>
        <p:nvSpPr>
          <p:cNvPr id="75" name="Google Shape;75;p17"/>
          <p:cNvSpPr txBox="1"/>
          <p:nvPr>
            <p:ph type="title"/>
          </p:nvPr>
        </p:nvSpPr>
        <p:spPr>
          <a:xfrm rot="5400000">
            <a:off x="1694701" y="4284600"/>
            <a:ext cx="9060900" cy="1630200"/>
          </a:xfrm>
          <a:prstGeom prst="rect">
            <a:avLst/>
          </a:prstGeom>
          <a:noFill/>
          <a:ln>
            <a:noFill/>
          </a:ln>
        </p:spPr>
        <p:txBody>
          <a:bodyPr anchorCtr="0" anchor="ctr" bIns="45700" lIns="91425" spcFirstLastPara="1" rIns="91425" wrap="square" tIns="45700">
            <a:normAutofit/>
          </a:bodyPr>
          <a:lstStyle>
            <a:lvl1pPr lvl="0" rtl="1"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7"/>
          <p:cNvSpPr txBox="1"/>
          <p:nvPr>
            <p:ph idx="1" type="body"/>
          </p:nvPr>
        </p:nvSpPr>
        <p:spPr>
          <a:xfrm rot="5400000">
            <a:off x="-1612724" y="2701800"/>
            <a:ext cx="9060900" cy="47958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750"/>
              </a:spcBef>
              <a:spcAft>
                <a:spcPts val="0"/>
              </a:spcAft>
              <a:buClr>
                <a:schemeClr val="dk1"/>
              </a:buClr>
              <a:buSzPts val="1800"/>
              <a:buChar char="•"/>
              <a:defRPr/>
            </a:lvl1pPr>
            <a:lvl2pPr indent="-342900" lvl="1" marL="914400" rtl="1" algn="r">
              <a:lnSpc>
                <a:spcPct val="90000"/>
              </a:lnSpc>
              <a:spcBef>
                <a:spcPts val="375"/>
              </a:spcBef>
              <a:spcAft>
                <a:spcPts val="0"/>
              </a:spcAft>
              <a:buClr>
                <a:schemeClr val="dk1"/>
              </a:buClr>
              <a:buSzPts val="1800"/>
              <a:buChar char="•"/>
              <a:defRPr/>
            </a:lvl2pPr>
            <a:lvl3pPr indent="-342900" lvl="2" marL="1371600" rtl="1" algn="r">
              <a:lnSpc>
                <a:spcPct val="90000"/>
              </a:lnSpc>
              <a:spcBef>
                <a:spcPts val="375"/>
              </a:spcBef>
              <a:spcAft>
                <a:spcPts val="0"/>
              </a:spcAft>
              <a:buClr>
                <a:schemeClr val="dk1"/>
              </a:buClr>
              <a:buSzPts val="1800"/>
              <a:buChar char="•"/>
              <a:defRPr/>
            </a:lvl3pPr>
            <a:lvl4pPr indent="-342900" lvl="3" marL="1828800" rtl="1" algn="r">
              <a:lnSpc>
                <a:spcPct val="90000"/>
              </a:lnSpc>
              <a:spcBef>
                <a:spcPts val="375"/>
              </a:spcBef>
              <a:spcAft>
                <a:spcPts val="0"/>
              </a:spcAft>
              <a:buClr>
                <a:schemeClr val="dk1"/>
              </a:buClr>
              <a:buSzPts val="1800"/>
              <a:buChar char="•"/>
              <a:defRPr/>
            </a:lvl4pPr>
            <a:lvl5pPr indent="-342900" lvl="4" marL="2286000" rtl="1" algn="r">
              <a:lnSpc>
                <a:spcPct val="90000"/>
              </a:lnSpc>
              <a:spcBef>
                <a:spcPts val="375"/>
              </a:spcBef>
              <a:spcAft>
                <a:spcPts val="0"/>
              </a:spcAft>
              <a:buClr>
                <a:schemeClr val="dk1"/>
              </a:buClr>
              <a:buSzPts val="1800"/>
              <a:buChar char="•"/>
              <a:defRPr/>
            </a:lvl5pPr>
            <a:lvl6pPr indent="-342900" lvl="5" marL="2743200" rtl="1" algn="r">
              <a:lnSpc>
                <a:spcPct val="90000"/>
              </a:lnSpc>
              <a:spcBef>
                <a:spcPts val="375"/>
              </a:spcBef>
              <a:spcAft>
                <a:spcPts val="0"/>
              </a:spcAft>
              <a:buClr>
                <a:schemeClr val="dk1"/>
              </a:buClr>
              <a:buSzPts val="1800"/>
              <a:buChar char="•"/>
              <a:defRPr/>
            </a:lvl6pPr>
            <a:lvl7pPr indent="-342900" lvl="6" marL="3200400" rtl="1" algn="r">
              <a:lnSpc>
                <a:spcPct val="90000"/>
              </a:lnSpc>
              <a:spcBef>
                <a:spcPts val="375"/>
              </a:spcBef>
              <a:spcAft>
                <a:spcPts val="0"/>
              </a:spcAft>
              <a:buClr>
                <a:schemeClr val="dk1"/>
              </a:buClr>
              <a:buSzPts val="1800"/>
              <a:buChar char="•"/>
              <a:defRPr/>
            </a:lvl7pPr>
            <a:lvl8pPr indent="-342900" lvl="7" marL="3657600" rtl="1" algn="r">
              <a:lnSpc>
                <a:spcPct val="90000"/>
              </a:lnSpc>
              <a:spcBef>
                <a:spcPts val="375"/>
              </a:spcBef>
              <a:spcAft>
                <a:spcPts val="0"/>
              </a:spcAft>
              <a:buClr>
                <a:schemeClr val="dk1"/>
              </a:buClr>
              <a:buSzPts val="1800"/>
              <a:buChar char="•"/>
              <a:defRPr/>
            </a:lvl8pPr>
            <a:lvl9pPr indent="-342900" lvl="8" marL="4114800" rtl="1" algn="r">
              <a:lnSpc>
                <a:spcPct val="90000"/>
              </a:lnSpc>
              <a:spcBef>
                <a:spcPts val="375"/>
              </a:spcBef>
              <a:spcAft>
                <a:spcPts val="0"/>
              </a:spcAft>
              <a:buClr>
                <a:schemeClr val="dk1"/>
              </a:buClr>
              <a:buSzPts val="1800"/>
              <a:buChar char="•"/>
              <a:defRPr/>
            </a:lvl9pPr>
          </a:lstStyle>
          <a:p/>
        </p:txBody>
      </p:sp>
      <p:sp>
        <p:nvSpPr>
          <p:cNvPr id="77" name="Google Shape;77;p17"/>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7"/>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7"/>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519751" y="569253"/>
            <a:ext cx="6520500" cy="2066700"/>
          </a:xfrm>
          <a:prstGeom prst="rect">
            <a:avLst/>
          </a:prstGeom>
          <a:noFill/>
          <a:ln>
            <a:noFill/>
          </a:ln>
        </p:spPr>
        <p:txBody>
          <a:bodyPr anchorCtr="0" anchor="ctr" bIns="45700" lIns="91425" spcFirstLastPara="1" rIns="91425" wrap="square" tIns="45700">
            <a:normAutofit/>
          </a:bodyPr>
          <a:lstStyle>
            <a:lvl1pPr lvl="0" marR="0" rtl="1"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6"/>
          <p:cNvSpPr txBox="1"/>
          <p:nvPr>
            <p:ph idx="1" type="body"/>
          </p:nvPr>
        </p:nvSpPr>
        <p:spPr>
          <a:xfrm>
            <a:off x="519751" y="2846250"/>
            <a:ext cx="6520500" cy="6783900"/>
          </a:xfrm>
          <a:prstGeom prst="rect">
            <a:avLst/>
          </a:prstGeom>
          <a:noFill/>
          <a:ln>
            <a:noFill/>
          </a:ln>
        </p:spPr>
        <p:txBody>
          <a:bodyPr anchorCtr="0" anchor="t" bIns="45700" lIns="91425" spcFirstLastPara="1" rIns="91425" wrap="square" tIns="45700">
            <a:normAutofit/>
          </a:bodyPr>
          <a:lstStyle>
            <a:lvl1pPr indent="-361950" lvl="0" marL="457200" marR="0" rtl="1" algn="r">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1" algn="r">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1" algn="r">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1" algn="r">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 name="Google Shape;8;p6"/>
          <p:cNvSpPr txBox="1"/>
          <p:nvPr>
            <p:ph idx="10" type="dt"/>
          </p:nvPr>
        </p:nvSpPr>
        <p:spPr>
          <a:xfrm>
            <a:off x="519751" y="9909903"/>
            <a:ext cx="1701000" cy="569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6"/>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6"/>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54123" y="-1"/>
            <a:ext cx="1128961" cy="932499"/>
          </a:xfrm>
          <a:prstGeom prst="rect">
            <a:avLst/>
          </a:prstGeom>
          <a:noFill/>
          <a:ln>
            <a:noFill/>
          </a:ln>
        </p:spPr>
      </p:pic>
      <p:sp>
        <p:nvSpPr>
          <p:cNvPr id="85" name="Google Shape;85;p1"/>
          <p:cNvSpPr txBox="1"/>
          <p:nvPr>
            <p:ph type="title"/>
          </p:nvPr>
        </p:nvSpPr>
        <p:spPr>
          <a:xfrm>
            <a:off x="0" y="908326"/>
            <a:ext cx="7560000" cy="366300"/>
          </a:xfrm>
          <a:prstGeom prst="rect">
            <a:avLst/>
          </a:prstGeom>
          <a:noFill/>
          <a:ln>
            <a:noFill/>
          </a:ln>
        </p:spPr>
        <p:txBody>
          <a:bodyPr anchorCtr="0" anchor="ctr" bIns="45700" lIns="91425" spcFirstLastPara="1" rIns="91425" wrap="square" tIns="45700">
            <a:noAutofit/>
          </a:bodyPr>
          <a:lstStyle/>
          <a:p>
            <a:pPr indent="0" lvl="0" marL="0" rtl="1" algn="ctr">
              <a:lnSpc>
                <a:spcPct val="90000"/>
              </a:lnSpc>
              <a:spcBef>
                <a:spcPts val="0"/>
              </a:spcBef>
              <a:spcAft>
                <a:spcPts val="0"/>
              </a:spcAft>
              <a:buClr>
                <a:schemeClr val="dk1"/>
              </a:buClr>
              <a:buSzPts val="2160"/>
              <a:buFont typeface="Aharoni"/>
              <a:buNone/>
            </a:pPr>
            <a:r>
              <a:rPr b="1" lang="iw" sz="2160" u="sng">
                <a:latin typeface="Aharoni"/>
                <a:ea typeface="Aharoni"/>
                <a:cs typeface="Aharoni"/>
                <a:sym typeface="Aharoni"/>
              </a:rPr>
              <a:t>ملخص تدريبات السلامة وتعليمات السلامة للعمل في موقع البناء</a:t>
            </a:r>
            <a:endParaRPr sz="2970"/>
          </a:p>
        </p:txBody>
      </p:sp>
      <p:sp>
        <p:nvSpPr>
          <p:cNvPr id="86" name="Google Shape;86;p1"/>
          <p:cNvSpPr txBox="1"/>
          <p:nvPr>
            <p:ph idx="1" type="body"/>
          </p:nvPr>
        </p:nvSpPr>
        <p:spPr>
          <a:xfrm>
            <a:off x="0" y="1429726"/>
            <a:ext cx="7560000" cy="491100"/>
          </a:xfrm>
          <a:prstGeom prst="rect">
            <a:avLst/>
          </a:prstGeom>
          <a:noFill/>
          <a:ln>
            <a:noFill/>
          </a:ln>
        </p:spPr>
        <p:txBody>
          <a:bodyPr anchorCtr="0" anchor="t" bIns="45700" lIns="91425" spcFirstLastPara="1" rIns="91425" wrap="square" tIns="45700">
            <a:noAutofit/>
          </a:bodyPr>
          <a:lstStyle/>
          <a:p>
            <a:pPr indent="0" lvl="0" marL="0" rtl="1" algn="r">
              <a:lnSpc>
                <a:spcPct val="90000"/>
              </a:lnSpc>
              <a:spcBef>
                <a:spcPts val="0"/>
              </a:spcBef>
              <a:spcAft>
                <a:spcPts val="0"/>
              </a:spcAft>
              <a:buClr>
                <a:schemeClr val="dk1"/>
              </a:buClr>
              <a:buSzPts val="2800"/>
              <a:buNone/>
            </a:pPr>
            <a:r>
              <a:rPr lang="iw" sz="2800" u="sng">
                <a:latin typeface="Aharoni"/>
                <a:ea typeface="Aharoni"/>
                <a:cs typeface="Aharoni"/>
                <a:sym typeface="Aharoni"/>
              </a:rPr>
              <a:t>معدات الحماية الشخصية</a:t>
            </a:r>
            <a:endParaRPr/>
          </a:p>
        </p:txBody>
      </p:sp>
      <p:graphicFrame>
        <p:nvGraphicFramePr>
          <p:cNvPr id="87" name="Google Shape;87;p1"/>
          <p:cNvGraphicFramePr/>
          <p:nvPr/>
        </p:nvGraphicFramePr>
        <p:xfrm>
          <a:off x="157937" y="2694550"/>
          <a:ext cx="3000000" cy="3000000"/>
        </p:xfrm>
        <a:graphic>
          <a:graphicData uri="http://schemas.openxmlformats.org/drawingml/2006/table">
            <a:tbl>
              <a:tblPr bandRow="1" firstCol="1" firstRow="1">
                <a:noFill/>
                <a:tableStyleId>{F7DED320-BF34-43EF-AB3C-F1A0F038D450}</a:tableStyleId>
              </a:tblPr>
              <a:tblGrid>
                <a:gridCol w="1863550"/>
                <a:gridCol w="2129775"/>
                <a:gridCol w="3250825"/>
              </a:tblGrid>
              <a:tr h="129925">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التأثير السلبي</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سيناريو الفشل/السلبية</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إزالة المخاطر/تقليلها/الوقاية منها</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الإصابات الفسيولوجية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إصابات الأطراف والعين</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الأضرار الصحية</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عدم استخدام معدات الوقاية الشخصية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عدم فحص معدات الوقاية الشخصية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الاستخدام غير السليم لمعدات الوقاية الشخصية</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سيُجهّز كل موظف بأحذية عمل قياسية، وخوذة واقية، وسترة عاكسة.</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كما سيستخدم الموظف معدات حماية شخصية إضافية حسب نوع العمل، ووفقًا لقانون معدات الحماية الشخصية، وتعليمات الشركة المصنعة. لأي استفسارات بخصوص هذا الموضوع، يُرجى التواصل مع وزارة الدفاع.</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في حال وجود أي عطل في المعدات، يُرجى استبدالها فورًا.</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يُشكّل توقيعي على هذه الوثيقة التزامًا باستخدام معدات الحماية الشخصية، والالتزام بالإحاطة التي تلقيتها.</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rgbClr val="000000"/>
                        </a:buClr>
                        <a:buSzPts val="1039"/>
                        <a:buFont typeface="Aharoni"/>
                        <a:buNone/>
                      </a:pPr>
                      <a:r>
                        <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88" name="Google Shape;88;p1"/>
          <p:cNvPicPr preferRelativeResize="0"/>
          <p:nvPr/>
        </p:nvPicPr>
        <p:blipFill rotWithShape="1">
          <a:blip r:embed="rId4">
            <a:alphaModFix/>
          </a:blip>
          <a:srcRect b="0" l="0" r="74905" t="0"/>
          <a:stretch/>
        </p:blipFill>
        <p:spPr>
          <a:xfrm>
            <a:off x="223818" y="1346631"/>
            <a:ext cx="959266" cy="701761"/>
          </a:xfrm>
          <a:prstGeom prst="rect">
            <a:avLst/>
          </a:prstGeom>
          <a:noFill/>
          <a:ln>
            <a:noFill/>
          </a:ln>
        </p:spPr>
      </p:pic>
      <p:pic>
        <p:nvPicPr>
          <p:cNvPr id="89" name="Google Shape;89;p1"/>
          <p:cNvPicPr preferRelativeResize="0"/>
          <p:nvPr/>
        </p:nvPicPr>
        <p:blipFill rotWithShape="1">
          <a:blip r:embed="rId4">
            <a:alphaModFix/>
          </a:blip>
          <a:srcRect b="0" l="36083" r="33518" t="0"/>
          <a:stretch/>
        </p:blipFill>
        <p:spPr>
          <a:xfrm>
            <a:off x="1329904" y="1346631"/>
            <a:ext cx="1162000" cy="701761"/>
          </a:xfrm>
          <a:prstGeom prst="rect">
            <a:avLst/>
          </a:prstGeom>
          <a:noFill/>
          <a:ln>
            <a:noFill/>
          </a:ln>
        </p:spPr>
      </p:pic>
      <p:pic>
        <p:nvPicPr>
          <p:cNvPr id="90" name="Google Shape;90;p1"/>
          <p:cNvPicPr preferRelativeResize="0"/>
          <p:nvPr/>
        </p:nvPicPr>
        <p:blipFill rotWithShape="1">
          <a:blip r:embed="rId4">
            <a:alphaModFix/>
          </a:blip>
          <a:srcRect b="0" l="75636" r="0" t="0"/>
          <a:stretch/>
        </p:blipFill>
        <p:spPr>
          <a:xfrm>
            <a:off x="2558632" y="1346631"/>
            <a:ext cx="931267" cy="701761"/>
          </a:xfrm>
          <a:prstGeom prst="rect">
            <a:avLst/>
          </a:prstGeom>
          <a:noFill/>
          <a:ln>
            <a:noFill/>
          </a:ln>
        </p:spPr>
      </p:pic>
      <p:sp>
        <p:nvSpPr>
          <p:cNvPr id="91" name="Google Shape;91;p1"/>
          <p:cNvSpPr txBox="1"/>
          <p:nvPr/>
        </p:nvSpPr>
        <p:spPr>
          <a:xfrm>
            <a:off x="167903" y="2056468"/>
            <a:ext cx="1161900" cy="3663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0"/>
              </a:spcBef>
              <a:spcAft>
                <a:spcPts val="0"/>
              </a:spcAft>
              <a:buClr>
                <a:schemeClr val="dk1"/>
              </a:buClr>
              <a:buSzPts val="1155"/>
              <a:buFont typeface="Arial"/>
              <a:buNone/>
            </a:pPr>
            <a:r>
              <a:rPr b="1" i="0" lang="iw" sz="1155" u="none" cap="none" strike="noStrike">
                <a:solidFill>
                  <a:schemeClr val="dk1"/>
                </a:solidFill>
                <a:latin typeface="Aharoni"/>
                <a:ea typeface="Aharoni"/>
                <a:cs typeface="Aharoni"/>
                <a:sym typeface="Aharoni"/>
              </a:rPr>
              <a:t>النظارات الواقية ضرورية!</a:t>
            </a:r>
            <a:endParaRPr b="0" i="0" sz="770" u="none" cap="none" strike="noStrike">
              <a:solidFill>
                <a:srgbClr val="000000"/>
              </a:solidFill>
              <a:latin typeface="Arial"/>
              <a:ea typeface="Arial"/>
              <a:cs typeface="Arial"/>
              <a:sym typeface="Arial"/>
            </a:endParaRPr>
          </a:p>
        </p:txBody>
      </p:sp>
      <p:sp>
        <p:nvSpPr>
          <p:cNvPr id="92" name="Google Shape;92;p1"/>
          <p:cNvSpPr txBox="1"/>
          <p:nvPr/>
        </p:nvSpPr>
        <p:spPr>
          <a:xfrm>
            <a:off x="1329904" y="2048391"/>
            <a:ext cx="1161900" cy="356400"/>
          </a:xfrm>
          <a:prstGeom prst="rect">
            <a:avLst/>
          </a:prstGeom>
          <a:noFill/>
          <a:ln>
            <a:noFill/>
          </a:ln>
        </p:spPr>
        <p:txBody>
          <a:bodyPr anchorCtr="0" anchor="t" bIns="45700" lIns="91425" spcFirstLastPara="1" rIns="91425" wrap="square" tIns="45700">
            <a:noAutofit/>
          </a:bodyPr>
          <a:lstStyle/>
          <a:p>
            <a:pPr indent="0" lvl="0" marL="0" marR="0" rtl="1" algn="ctr">
              <a:lnSpc>
                <a:spcPct val="70000"/>
              </a:lnSpc>
              <a:spcBef>
                <a:spcPts val="0"/>
              </a:spcBef>
              <a:spcAft>
                <a:spcPts val="0"/>
              </a:spcAft>
              <a:buClr>
                <a:schemeClr val="dk1"/>
              </a:buClr>
              <a:buSzPts val="1155"/>
              <a:buFont typeface="Arial"/>
              <a:buNone/>
            </a:pPr>
            <a:r>
              <a:rPr b="1" i="0" lang="iw" sz="1155" u="none" cap="none" strike="noStrike">
                <a:solidFill>
                  <a:schemeClr val="dk1"/>
                </a:solidFill>
                <a:latin typeface="Aharoni"/>
                <a:ea typeface="Aharoni"/>
                <a:cs typeface="Aharoni"/>
                <a:sym typeface="Aharoni"/>
              </a:rPr>
              <a:t>ارتداء خوذة واقية إلزامي</a:t>
            </a:r>
            <a:endParaRPr b="0" i="0" sz="770" u="none" cap="none" strike="noStrike">
              <a:solidFill>
                <a:srgbClr val="000000"/>
              </a:solidFill>
              <a:latin typeface="Arial"/>
              <a:ea typeface="Arial"/>
              <a:cs typeface="Arial"/>
              <a:sym typeface="Arial"/>
            </a:endParaRPr>
          </a:p>
        </p:txBody>
      </p:sp>
      <p:sp>
        <p:nvSpPr>
          <p:cNvPr id="93" name="Google Shape;93;p1"/>
          <p:cNvSpPr txBox="1"/>
          <p:nvPr/>
        </p:nvSpPr>
        <p:spPr>
          <a:xfrm>
            <a:off x="2415797" y="2056468"/>
            <a:ext cx="1161900" cy="356400"/>
          </a:xfrm>
          <a:prstGeom prst="rect">
            <a:avLst/>
          </a:prstGeom>
          <a:noFill/>
          <a:ln>
            <a:noFill/>
          </a:ln>
        </p:spPr>
        <p:txBody>
          <a:bodyPr anchorCtr="0" anchor="t" bIns="45700" lIns="91425" spcFirstLastPara="1" rIns="91425" wrap="square" tIns="45700">
            <a:noAutofit/>
          </a:bodyPr>
          <a:lstStyle/>
          <a:p>
            <a:pPr indent="0" lvl="0" marL="0" marR="0" rtl="1" algn="ctr">
              <a:lnSpc>
                <a:spcPct val="70000"/>
              </a:lnSpc>
              <a:spcBef>
                <a:spcPts val="0"/>
              </a:spcBef>
              <a:spcAft>
                <a:spcPts val="0"/>
              </a:spcAft>
              <a:buClr>
                <a:schemeClr val="dk1"/>
              </a:buClr>
              <a:buSzPts val="1155"/>
              <a:buFont typeface="Arial"/>
              <a:buNone/>
            </a:pPr>
            <a:r>
              <a:rPr b="1" i="0" lang="iw" sz="1155" u="none" cap="none" strike="noStrike">
                <a:solidFill>
                  <a:schemeClr val="dk1"/>
                </a:solidFill>
                <a:latin typeface="Aharoni"/>
                <a:ea typeface="Aharoni"/>
                <a:cs typeface="Aharoni"/>
                <a:sym typeface="Aharoni"/>
              </a:rPr>
              <a:t>الأحذية الواقية إلزامية</a:t>
            </a:r>
            <a:endParaRPr b="0" i="0" sz="770" u="none" cap="none" strike="noStrike">
              <a:solidFill>
                <a:srgbClr val="000000"/>
              </a:solidFill>
              <a:latin typeface="Arial"/>
              <a:ea typeface="Arial"/>
              <a:cs typeface="Arial"/>
              <a:sym typeface="Arial"/>
            </a:endParaRPr>
          </a:p>
        </p:txBody>
      </p:sp>
      <p:cxnSp>
        <p:nvCxnSpPr>
          <p:cNvPr id="94" name="Google Shape;94;p1"/>
          <p:cNvCxnSpPr/>
          <p:nvPr/>
        </p:nvCxnSpPr>
        <p:spPr>
          <a:xfrm>
            <a:off x="9978" y="5516913"/>
            <a:ext cx="7560000" cy="0"/>
          </a:xfrm>
          <a:prstGeom prst="straightConnector1">
            <a:avLst/>
          </a:prstGeom>
          <a:noFill/>
          <a:ln cap="flat" cmpd="sng" w="38100">
            <a:solidFill>
              <a:schemeClr val="dk1"/>
            </a:solidFill>
            <a:prstDash val="solid"/>
            <a:miter lim="800000"/>
            <a:headEnd len="sm" w="sm" type="none"/>
            <a:tailEnd len="sm" w="sm" type="none"/>
          </a:ln>
        </p:spPr>
      </p:cxnSp>
      <p:pic>
        <p:nvPicPr>
          <p:cNvPr id="95" name="Google Shape;95;p1"/>
          <p:cNvPicPr preferRelativeResize="0"/>
          <p:nvPr/>
        </p:nvPicPr>
        <p:blipFill rotWithShape="1">
          <a:blip r:embed="rId5">
            <a:alphaModFix/>
          </a:blip>
          <a:srcRect b="0" l="0" r="0" t="0"/>
          <a:stretch/>
        </p:blipFill>
        <p:spPr>
          <a:xfrm>
            <a:off x="157588" y="5931046"/>
            <a:ext cx="1323537" cy="946755"/>
          </a:xfrm>
          <a:prstGeom prst="rect">
            <a:avLst/>
          </a:prstGeom>
          <a:noFill/>
          <a:ln>
            <a:noFill/>
          </a:ln>
        </p:spPr>
      </p:pic>
      <p:sp>
        <p:nvSpPr>
          <p:cNvPr id="96" name="Google Shape;96;p1"/>
          <p:cNvSpPr txBox="1"/>
          <p:nvPr/>
        </p:nvSpPr>
        <p:spPr>
          <a:xfrm>
            <a:off x="1481125" y="6049749"/>
            <a:ext cx="1330200" cy="3951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750"/>
              </a:spcBef>
              <a:spcAft>
                <a:spcPts val="0"/>
              </a:spcAft>
              <a:buClr>
                <a:schemeClr val="dk1"/>
              </a:buClr>
              <a:buSzPts val="1300"/>
              <a:buFont typeface="Arial"/>
              <a:buNone/>
            </a:pPr>
            <a:r>
              <a:rPr b="1" i="0" lang="iw" sz="1300" u="none" cap="none" strike="noStrike">
                <a:solidFill>
                  <a:srgbClr val="FF0000"/>
                </a:solidFill>
                <a:latin typeface="Aharoni"/>
                <a:ea typeface="Aharoni"/>
                <a:cs typeface="Aharoni"/>
                <a:sym typeface="Aharoni"/>
              </a:rPr>
              <a:t>تحذير</a:t>
            </a:r>
            <a:endParaRPr b="1" i="0" sz="1300" u="none" cap="none" strike="noStrike">
              <a:solidFill>
                <a:srgbClr val="FF0000"/>
              </a:solidFill>
              <a:latin typeface="Aharoni"/>
              <a:ea typeface="Aharoni"/>
              <a:cs typeface="Aharoni"/>
              <a:sym typeface="Aharoni"/>
            </a:endParaRPr>
          </a:p>
          <a:p>
            <a:pPr indent="0" lvl="0" marL="0" marR="0" rtl="1" algn="ctr">
              <a:lnSpc>
                <a:spcPct val="90000"/>
              </a:lnSpc>
              <a:spcBef>
                <a:spcPts val="750"/>
              </a:spcBef>
              <a:spcAft>
                <a:spcPts val="0"/>
              </a:spcAft>
              <a:buClr>
                <a:schemeClr val="dk1"/>
              </a:buClr>
              <a:buSzPts val="1300"/>
              <a:buFont typeface="Arial"/>
              <a:buNone/>
            </a:pPr>
            <a:r>
              <a:rPr b="1" i="0" lang="iw" sz="1300" u="none" cap="none" strike="noStrike">
                <a:solidFill>
                  <a:srgbClr val="FF0000"/>
                </a:solidFill>
                <a:latin typeface="Aharoni"/>
                <a:ea typeface="Aharoni"/>
                <a:cs typeface="Aharoni"/>
                <a:sym typeface="Aharoni"/>
              </a:rPr>
              <a:t>جرار متحرك</a:t>
            </a:r>
            <a:endParaRPr b="1" i="0" sz="1300" u="none" cap="none" strike="noStrike">
              <a:solidFill>
                <a:srgbClr val="FF0000"/>
              </a:solidFill>
              <a:latin typeface="Aharoni"/>
              <a:ea typeface="Aharoni"/>
              <a:cs typeface="Aharoni"/>
              <a:sym typeface="Aharoni"/>
            </a:endParaRPr>
          </a:p>
        </p:txBody>
      </p:sp>
      <p:sp>
        <p:nvSpPr>
          <p:cNvPr id="97" name="Google Shape;97;p1"/>
          <p:cNvSpPr txBox="1"/>
          <p:nvPr/>
        </p:nvSpPr>
        <p:spPr>
          <a:xfrm>
            <a:off x="-157913" y="6178749"/>
            <a:ext cx="7560000" cy="491100"/>
          </a:xfrm>
          <a:prstGeom prst="rect">
            <a:avLst/>
          </a:prstGeom>
          <a:noFill/>
          <a:ln>
            <a:noFill/>
          </a:ln>
        </p:spPr>
        <p:txBody>
          <a:bodyPr anchorCtr="0" anchor="t" bIns="45700" lIns="91425" spcFirstLastPara="1" rIns="91425" wrap="square" tIns="45700">
            <a:noAutofit/>
          </a:bodyPr>
          <a:lstStyle/>
          <a:p>
            <a:pPr indent="0" lvl="0" marL="0" marR="0" rtl="1" algn="r">
              <a:lnSpc>
                <a:spcPct val="90000"/>
              </a:lnSpc>
              <a:spcBef>
                <a:spcPts val="0"/>
              </a:spcBef>
              <a:spcAft>
                <a:spcPts val="0"/>
              </a:spcAft>
              <a:buClr>
                <a:schemeClr val="dk1"/>
              </a:buClr>
              <a:buSzPts val="2800"/>
              <a:buFont typeface="Arial"/>
              <a:buNone/>
            </a:pPr>
            <a:r>
              <a:rPr b="1" i="0" lang="iw" sz="2800" u="sng" cap="none" strike="noStrike">
                <a:solidFill>
                  <a:schemeClr val="dk1"/>
                </a:solidFill>
                <a:latin typeface="Aharoni"/>
                <a:ea typeface="Aharoni"/>
                <a:cs typeface="Aharoni"/>
                <a:sym typeface="Aharoni"/>
              </a:rPr>
              <a:t>المعدات الميكانيكية الهندسية</a:t>
            </a:r>
            <a:endParaRPr b="0" i="0" sz="1400" u="none" cap="none" strike="noStrike">
              <a:solidFill>
                <a:srgbClr val="000000"/>
              </a:solidFill>
              <a:latin typeface="Arial"/>
              <a:ea typeface="Arial"/>
              <a:cs typeface="Arial"/>
              <a:sym typeface="Arial"/>
            </a:endParaRPr>
          </a:p>
        </p:txBody>
      </p:sp>
      <p:graphicFrame>
        <p:nvGraphicFramePr>
          <p:cNvPr id="98" name="Google Shape;98;p1"/>
          <p:cNvGraphicFramePr/>
          <p:nvPr/>
        </p:nvGraphicFramePr>
        <p:xfrm>
          <a:off x="167903" y="7127409"/>
          <a:ext cx="3000000" cy="3000000"/>
        </p:xfrm>
        <a:graphic>
          <a:graphicData uri="http://schemas.openxmlformats.org/drawingml/2006/table">
            <a:tbl>
              <a:tblPr bandRow="1" firstCol="1" firstRow="1">
                <a:noFill/>
                <a:tableStyleId>{F7DED320-BF34-43EF-AB3C-F1A0F038D450}</a:tableStyleId>
              </a:tblPr>
              <a:tblGrid>
                <a:gridCol w="1863550"/>
                <a:gridCol w="2129775"/>
                <a:gridCol w="3250825"/>
              </a:tblGrid>
              <a:tr h="129925">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التأثير السلبي</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سيناريو الفشل/السلبية</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إزالة المخاطر/تقليلها/الوقاية منها</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دهس</a:t>
                      </a:r>
                      <a:endParaRPr b="0"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إصابة جسدية</a:t>
                      </a:r>
                      <a:endParaRPr b="0"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انزلاق</a:t>
                      </a:r>
                      <a:endParaRPr b="0"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القطع المكسورة</a:t>
                      </a:r>
                      <a:endParaRPr b="0"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التشغيل من قبل أشخاص غير مرخص لهم أو عديمي الخبرة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إصابة العمال أثناء انتقالهم للعمل</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سقوط العمال من المعدات الهندسية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انقلاب المعدات الميكانيكية الهندسية</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37598" lvl="0" marL="290399" marR="0" rtl="1" algn="r">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تشغيل المعدات الميكانيكية الهندسية من قِبل فنيين مرخصين وذوي خبرة فقط.</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تحتوي المعدات الميكانيكية الهندسية على بوق للرجوع للخلف، ومصابيح أمامية، وخطوط مضيئة، وعلامة فارقة.</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عند التحرك أو العمل، يُرجى الانتباه والحفاظ على مسافة أمان. اقترب من المعدات الميكانيكية الهندسية مع التواصل البصري مع المشغل.</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احذر من المعدات الميكانيكية الهندسية التي تسير في الاتجاه المعاكس، أو التي تسير في الاتجاه المعاكس برفقة مرافق.</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السرعة القصوى 10 كم/ساعة، الصعود/النزول من المركبة من الأماكن المحددة.</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99" name="Google Shape;99;p1"/>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iw"/>
              <a:t>تعليمات سلامة الموظفين</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0" y="908326"/>
            <a:ext cx="7560000" cy="366300"/>
          </a:xfrm>
          <a:prstGeom prst="rect">
            <a:avLst/>
          </a:prstGeom>
          <a:noFill/>
          <a:ln>
            <a:noFill/>
          </a:ln>
        </p:spPr>
        <p:txBody>
          <a:bodyPr anchorCtr="0" anchor="ctr" bIns="45700" lIns="91425" spcFirstLastPara="1" rIns="91425" wrap="square" tIns="45700">
            <a:noAutofit/>
          </a:bodyPr>
          <a:lstStyle/>
          <a:p>
            <a:pPr indent="0" lvl="0" marL="0" rtl="1" algn="ctr">
              <a:lnSpc>
                <a:spcPct val="90000"/>
              </a:lnSpc>
              <a:spcBef>
                <a:spcPts val="0"/>
              </a:spcBef>
              <a:spcAft>
                <a:spcPts val="0"/>
              </a:spcAft>
              <a:buClr>
                <a:schemeClr val="dk1"/>
              </a:buClr>
              <a:buSzPts val="1980"/>
              <a:buFont typeface="Aharoni"/>
              <a:buNone/>
            </a:pPr>
            <a:r>
              <a:rPr b="1" lang="iw" sz="1979" u="sng">
                <a:latin typeface="Aharoni"/>
                <a:ea typeface="Aharoni"/>
                <a:cs typeface="Aharoni"/>
                <a:sym typeface="Aharoni"/>
              </a:rPr>
              <a:t>ملخص تدريبات السلامة وتعليمات السلامة للعمل في موقع البناء</a:t>
            </a:r>
            <a:endParaRPr sz="2970"/>
          </a:p>
        </p:txBody>
      </p:sp>
      <p:sp>
        <p:nvSpPr>
          <p:cNvPr id="105" name="Google Shape;105;p2"/>
          <p:cNvSpPr txBox="1"/>
          <p:nvPr>
            <p:ph idx="1" type="body"/>
          </p:nvPr>
        </p:nvSpPr>
        <p:spPr>
          <a:xfrm>
            <a:off x="0" y="1350931"/>
            <a:ext cx="7560000" cy="491100"/>
          </a:xfrm>
          <a:prstGeom prst="rect">
            <a:avLst/>
          </a:prstGeom>
          <a:noFill/>
          <a:ln>
            <a:noFill/>
          </a:ln>
        </p:spPr>
        <p:txBody>
          <a:bodyPr anchorCtr="0" anchor="t" bIns="45700" lIns="91425" spcFirstLastPara="1" rIns="91425" wrap="square" tIns="45700">
            <a:noAutofit/>
          </a:bodyPr>
          <a:lstStyle/>
          <a:p>
            <a:pPr indent="0" lvl="0" marL="0" rtl="1" algn="r">
              <a:lnSpc>
                <a:spcPct val="90000"/>
              </a:lnSpc>
              <a:spcBef>
                <a:spcPts val="0"/>
              </a:spcBef>
              <a:spcAft>
                <a:spcPts val="0"/>
              </a:spcAft>
              <a:buClr>
                <a:schemeClr val="dk1"/>
              </a:buClr>
              <a:buSzPts val="2800"/>
              <a:buNone/>
            </a:pPr>
            <a:r>
              <a:rPr b="1" lang="iw" sz="2800" u="sng">
                <a:latin typeface="Aharoni"/>
                <a:ea typeface="Aharoni"/>
                <a:cs typeface="Aharoni"/>
                <a:sym typeface="Aharoni"/>
              </a:rPr>
              <a:t>العمل على ارتفاع</a:t>
            </a:r>
            <a:endParaRPr/>
          </a:p>
        </p:txBody>
      </p:sp>
      <p:graphicFrame>
        <p:nvGraphicFramePr>
          <p:cNvPr id="106" name="Google Shape;106;p2"/>
          <p:cNvGraphicFramePr/>
          <p:nvPr/>
        </p:nvGraphicFramePr>
        <p:xfrm>
          <a:off x="194555" y="2044861"/>
          <a:ext cx="3000000" cy="3000000"/>
        </p:xfrm>
        <a:graphic>
          <a:graphicData uri="http://schemas.openxmlformats.org/drawingml/2006/table">
            <a:tbl>
              <a:tblPr bandRow="1" firstCol="1" firstRow="1">
                <a:noFill/>
                <a:tableStyleId>{F7DED320-BF34-43EF-AB3C-F1A0F038D450}</a:tableStyleId>
              </a:tblPr>
              <a:tblGrid>
                <a:gridCol w="1863550"/>
                <a:gridCol w="2129775"/>
                <a:gridCol w="3250825"/>
              </a:tblGrid>
              <a:tr h="129925">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التأثير السلبي</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سيناريو الفشل/السلبية</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إزالة المخاطر/تقليلها/الوقاية منها</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السقوط من المرتفعات والسقالات</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السقوط من معدات العمل المرتفعة مثل المنصات والسلالم</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الصدمة الكهربائية من المرتفعات</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موظف غير مؤهل أو ماهر في أداء العمل على ارتفاعات عالية.</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معدات عمل غير صحيحة/غير صحيحة/غير مناسبة.</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لا يوجد حاجز حماية قياسي وآمن لمنع السقوط.</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عطل في نقطة التثبيت.</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rgbClr val="000000"/>
                        </a:buClr>
                        <a:buSzPts val="1039"/>
                        <a:buFont typeface="Aharoni"/>
                        <a:buNone/>
                      </a:pPr>
                      <a:r>
                        <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التعريف: العمل على ارتفاعات عالية مع خطر السقوط حتى عمق مترين.</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لا يوجد حاجز حماية قياسي، مما قد يؤدي إلى إمالة جسم الإنسان إلى ما بعد الحاجز، من ارتفاع سلة الرفع الخاصة بمعدات العمل.</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سلة رفع سقالة آلية.</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معدات الحماية الشخصية ووسائل المساعدة للعمل على ارتفاعات عالية: يجب فحصها قبل الاستخدام، والعمل وفقًا للوائح العمل على ارتفاعات عالية وتعليمات الشركة المصنعة. يُرجى الإبلاغ عن أي عيب أو عطل.</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السلالم: يُمنع الصعود حتى متر واحد من الحافة العلوية، ويُحظر المشي عليها، ولا يُسمح بالعمل لفترات طويلة.</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منصات وسلال السقالات: العمل بإذن من رئيس العمال.</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السقالات/أسطح العمل: يُمنع تفكيك الأجزاء، بعرض لا يقل عن 60 سم، ويُمنع الصعود/النزول من السلالم، ويُمنع وضع سلم على السقالة.</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عام: العمل في ظروف جوية وإضاءة مناسبة للعمل وتشغيل المعدات، نقطة تثبيت 1.5 طن، العمل على ارتفاع شخصين على الأقل، الاستخدام الإلزامي لخوذة مزودة بخوذة، حزام أمان كامل للجسم، نظام أمان لمنع السقوط.</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07" name="Google Shape;107;p2"/>
          <p:cNvSpPr txBox="1"/>
          <p:nvPr/>
        </p:nvSpPr>
        <p:spPr>
          <a:xfrm>
            <a:off x="733791" y="1350931"/>
            <a:ext cx="1512000" cy="5619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750"/>
              </a:spcBef>
              <a:spcAft>
                <a:spcPts val="0"/>
              </a:spcAft>
              <a:buClr>
                <a:srgbClr val="FF0000"/>
              </a:buClr>
              <a:buSzPts val="1200"/>
              <a:buFont typeface="Arial"/>
              <a:buNone/>
            </a:pPr>
            <a:r>
              <a:rPr b="1" i="0" lang="iw" sz="1200" u="none" cap="none" strike="noStrike">
                <a:solidFill>
                  <a:schemeClr val="dk1"/>
                </a:solidFill>
                <a:latin typeface="Aharoni"/>
                <a:ea typeface="Aharoni"/>
                <a:cs typeface="Aharoni"/>
                <a:sym typeface="Aharoni"/>
              </a:rPr>
              <a:t>سلم تالف</a:t>
            </a:r>
            <a:endParaRPr b="1" i="0" sz="1200" u="none" cap="none" strike="noStrike">
              <a:solidFill>
                <a:schemeClr val="dk1"/>
              </a:solidFill>
              <a:latin typeface="Aharoni"/>
              <a:ea typeface="Aharoni"/>
              <a:cs typeface="Aharoni"/>
              <a:sym typeface="Aharoni"/>
            </a:endParaRPr>
          </a:p>
          <a:p>
            <a:pPr indent="0" lvl="0" marL="0" marR="0" rtl="1" algn="ctr">
              <a:lnSpc>
                <a:spcPct val="90000"/>
              </a:lnSpc>
              <a:spcBef>
                <a:spcPts val="750"/>
              </a:spcBef>
              <a:spcAft>
                <a:spcPts val="0"/>
              </a:spcAft>
              <a:buClr>
                <a:srgbClr val="FF0000"/>
              </a:buClr>
              <a:buSzPts val="1200"/>
              <a:buFont typeface="Arial"/>
              <a:buNone/>
            </a:pPr>
            <a:r>
              <a:rPr b="1" i="0" lang="iw" sz="1200" u="none" cap="none" strike="noStrike">
                <a:solidFill>
                  <a:schemeClr val="dk1"/>
                </a:solidFill>
                <a:latin typeface="Aharoni"/>
                <a:ea typeface="Aharoni"/>
                <a:cs typeface="Aharoni"/>
                <a:sym typeface="Aharoni"/>
              </a:rPr>
              <a:t>ممنوع الاستخدام</a:t>
            </a:r>
            <a:endParaRPr b="1" i="0" sz="1200" u="none" cap="none" strike="noStrike">
              <a:solidFill>
                <a:schemeClr val="dk1"/>
              </a:solidFill>
              <a:latin typeface="Aharoni"/>
              <a:ea typeface="Aharoni"/>
              <a:cs typeface="Aharoni"/>
              <a:sym typeface="Aharoni"/>
            </a:endParaRPr>
          </a:p>
        </p:txBody>
      </p:sp>
      <p:sp>
        <p:nvSpPr>
          <p:cNvPr id="108" name="Google Shape;108;p2"/>
          <p:cNvSpPr txBox="1"/>
          <p:nvPr/>
        </p:nvSpPr>
        <p:spPr>
          <a:xfrm>
            <a:off x="2750744" y="1344485"/>
            <a:ext cx="1161900" cy="3564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0"/>
              </a:spcBef>
              <a:spcAft>
                <a:spcPts val="0"/>
              </a:spcAft>
              <a:buClr>
                <a:schemeClr val="dk1"/>
              </a:buClr>
              <a:buSzPts val="1470"/>
              <a:buFont typeface="Arial"/>
              <a:buNone/>
            </a:pPr>
            <a:r>
              <a:rPr b="1" i="0" lang="iw" sz="1470" u="none" cap="none" strike="noStrike">
                <a:solidFill>
                  <a:schemeClr val="dk1"/>
                </a:solidFill>
                <a:latin typeface="Aharoni"/>
                <a:ea typeface="Aharoni"/>
                <a:cs typeface="Aharoni"/>
                <a:sym typeface="Aharoni"/>
              </a:rPr>
              <a:t>احذر من السقوط</a:t>
            </a:r>
            <a:endParaRPr b="0" i="0" sz="980" u="none" cap="none" strike="noStrike">
              <a:solidFill>
                <a:srgbClr val="000000"/>
              </a:solidFill>
              <a:latin typeface="Arial"/>
              <a:ea typeface="Arial"/>
              <a:cs typeface="Arial"/>
              <a:sym typeface="Arial"/>
            </a:endParaRPr>
          </a:p>
        </p:txBody>
      </p:sp>
      <p:cxnSp>
        <p:nvCxnSpPr>
          <p:cNvPr id="109" name="Google Shape;109;p2"/>
          <p:cNvCxnSpPr/>
          <p:nvPr/>
        </p:nvCxnSpPr>
        <p:spPr>
          <a:xfrm>
            <a:off x="0" y="6762176"/>
            <a:ext cx="7560000" cy="0"/>
          </a:xfrm>
          <a:prstGeom prst="straightConnector1">
            <a:avLst/>
          </a:prstGeom>
          <a:noFill/>
          <a:ln cap="flat" cmpd="sng" w="38100">
            <a:solidFill>
              <a:schemeClr val="dk1"/>
            </a:solidFill>
            <a:prstDash val="solid"/>
            <a:miter lim="800000"/>
            <a:headEnd len="sm" w="sm" type="none"/>
            <a:tailEnd len="sm" w="sm" type="none"/>
          </a:ln>
        </p:spPr>
      </p:cxnSp>
      <p:sp>
        <p:nvSpPr>
          <p:cNvPr id="110" name="Google Shape;110;p2"/>
          <p:cNvSpPr txBox="1"/>
          <p:nvPr/>
        </p:nvSpPr>
        <p:spPr>
          <a:xfrm>
            <a:off x="693086" y="7009168"/>
            <a:ext cx="1078800" cy="395101"/>
          </a:xfrm>
          <a:prstGeom prst="rect">
            <a:avLst/>
          </a:prstGeom>
          <a:noFill/>
          <a:ln>
            <a:noFill/>
          </a:ln>
        </p:spPr>
        <p:txBody>
          <a:bodyPr anchorCtr="0" anchor="t" bIns="45700" lIns="91425" spcFirstLastPara="1" rIns="91425" wrap="square" tIns="45700">
            <a:noAutofit/>
          </a:bodyPr>
          <a:lstStyle/>
          <a:p>
            <a:pPr indent="0" lvl="0" marL="0" marR="0" rtl="1" algn="ctr">
              <a:lnSpc>
                <a:spcPct val="70000"/>
              </a:lnSpc>
              <a:spcBef>
                <a:spcPts val="750"/>
              </a:spcBef>
              <a:spcAft>
                <a:spcPts val="0"/>
              </a:spcAft>
              <a:buClr>
                <a:schemeClr val="dk1"/>
              </a:buClr>
              <a:buSzPts val="875"/>
              <a:buFont typeface="Arial"/>
              <a:buNone/>
            </a:pPr>
            <a:r>
              <a:rPr b="1" i="0" lang="iw" sz="1200" u="none" cap="none" strike="noStrike">
                <a:solidFill>
                  <a:srgbClr val="FF0000"/>
                </a:solidFill>
                <a:latin typeface="Aharoni"/>
                <a:ea typeface="Aharoni"/>
                <a:cs typeface="Aharoni"/>
                <a:sym typeface="Aharoni"/>
              </a:rPr>
              <a:t>خطر!</a:t>
            </a:r>
            <a:endParaRPr b="1" i="0" sz="1200" u="none" cap="none" strike="noStrike">
              <a:solidFill>
                <a:srgbClr val="FF0000"/>
              </a:solidFill>
              <a:latin typeface="Aharoni"/>
              <a:ea typeface="Aharoni"/>
              <a:cs typeface="Aharoni"/>
              <a:sym typeface="Aharoni"/>
            </a:endParaRPr>
          </a:p>
          <a:p>
            <a:pPr indent="0" lvl="0" marL="0" marR="0" rtl="1" algn="ctr">
              <a:lnSpc>
                <a:spcPct val="70000"/>
              </a:lnSpc>
              <a:spcBef>
                <a:spcPts val="750"/>
              </a:spcBef>
              <a:spcAft>
                <a:spcPts val="0"/>
              </a:spcAft>
              <a:buClr>
                <a:schemeClr val="dk1"/>
              </a:buClr>
              <a:buSzPts val="875"/>
              <a:buFont typeface="Arial"/>
              <a:buNone/>
            </a:pPr>
            <a:r>
              <a:t/>
            </a:r>
            <a:endParaRPr b="1" i="0" sz="1200" u="none" cap="none" strike="noStrike">
              <a:solidFill>
                <a:srgbClr val="FF0000"/>
              </a:solidFill>
              <a:latin typeface="Aharoni"/>
              <a:ea typeface="Aharoni"/>
              <a:cs typeface="Aharoni"/>
              <a:sym typeface="Aharoni"/>
            </a:endParaRPr>
          </a:p>
        </p:txBody>
      </p:sp>
      <p:sp>
        <p:nvSpPr>
          <p:cNvPr id="111" name="Google Shape;111;p2"/>
          <p:cNvSpPr txBox="1"/>
          <p:nvPr/>
        </p:nvSpPr>
        <p:spPr>
          <a:xfrm>
            <a:off x="3314804" y="7043310"/>
            <a:ext cx="4123559" cy="490200"/>
          </a:xfrm>
          <a:prstGeom prst="rect">
            <a:avLst/>
          </a:prstGeom>
          <a:noFill/>
          <a:ln>
            <a:noFill/>
          </a:ln>
        </p:spPr>
        <p:txBody>
          <a:bodyPr anchorCtr="0" anchor="t" bIns="45700" lIns="91425" spcFirstLastPara="1" rIns="91425" wrap="square" tIns="45700">
            <a:noAutofit/>
          </a:bodyPr>
          <a:lstStyle/>
          <a:p>
            <a:pPr indent="0" lvl="0" marL="0" marR="0" rtl="1" algn="r">
              <a:lnSpc>
                <a:spcPct val="90000"/>
              </a:lnSpc>
              <a:spcBef>
                <a:spcPts val="0"/>
              </a:spcBef>
              <a:spcAft>
                <a:spcPts val="0"/>
              </a:spcAft>
              <a:buClr>
                <a:schemeClr val="dk1"/>
              </a:buClr>
              <a:buSzPts val="2800"/>
              <a:buFont typeface="Arial"/>
              <a:buNone/>
            </a:pPr>
            <a:r>
              <a:rPr b="1" i="0" lang="iw" sz="2800" u="sng" cap="none" strike="noStrike">
                <a:solidFill>
                  <a:schemeClr val="dk1"/>
                </a:solidFill>
                <a:latin typeface="Aharoni"/>
                <a:ea typeface="Aharoni"/>
                <a:cs typeface="Aharoni"/>
                <a:sym typeface="Aharoni"/>
              </a:rPr>
              <a:t>الكهرباء ونقل المعدات الكهربائية</a:t>
            </a:r>
            <a:endParaRPr b="0" i="0" sz="1400" u="none" cap="none" strike="noStrike">
              <a:solidFill>
                <a:srgbClr val="000000"/>
              </a:solidFill>
              <a:latin typeface="Arial"/>
              <a:ea typeface="Arial"/>
              <a:cs typeface="Arial"/>
              <a:sym typeface="Arial"/>
            </a:endParaRPr>
          </a:p>
        </p:txBody>
      </p:sp>
      <p:graphicFrame>
        <p:nvGraphicFramePr>
          <p:cNvPr id="112" name="Google Shape;112;p2"/>
          <p:cNvGraphicFramePr/>
          <p:nvPr/>
        </p:nvGraphicFramePr>
        <p:xfrm>
          <a:off x="116579" y="7772760"/>
          <a:ext cx="3000000" cy="3000000"/>
        </p:xfrm>
        <a:graphic>
          <a:graphicData uri="http://schemas.openxmlformats.org/drawingml/2006/table">
            <a:tbl>
              <a:tblPr bandRow="1" firstCol="1" firstRow="1">
                <a:noFill/>
                <a:tableStyleId>{F7DED320-BF34-43EF-AB3C-F1A0F038D450}</a:tableStyleId>
              </a:tblPr>
              <a:tblGrid>
                <a:gridCol w="1863550"/>
                <a:gridCol w="2129775"/>
                <a:gridCol w="3250825"/>
              </a:tblGrid>
              <a:tr h="129925">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التأثير السلبي</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سيناريو الفشل/السلبية</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إزالة المخاطر/تقليلها/الوقاية منها</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الصدمات الكهربائية</a:t>
                      </a:r>
                      <a:endParaRPr b="0"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الحروق\إصابات العين\النار القوسية</a:t>
                      </a:r>
                      <a:endParaRPr b="0"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استخدام معدات كهربائية معيبة أو غير صحيحة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الإصلاحات من قبل أشخاص غير مصرح لهم</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تلف الكابلات والبنية التحتية الكهربائية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الصدمة الكهربائية من تيار كهربائي حي</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سلك تمديد في بيئة رطبة</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المعدات الكهربائية: تُستخدم وفقًا للغرض المقصود منها ووفقًا لتعليمات الشركة المصنعة، ويتم فحصها من قبل كهربائي معتمد. قبل الاستخدام، في حال عدم عملها بشكل صحيح، يجب إيقاف العمل وإبلاغ المشرف. لا تُفكّك الدروع والواقيات، ويُجرى الإصلاح بواسطة أشخاص مُصرّح لهم. لا تُشغّل في بيئة رطبة، ويجب أن يكون الموظف مُلِمًّا بتشغيل المعدات.</a:t>
                      </a:r>
                      <a:endParaRPr b="1"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الكابلات: عزل مزدوج، غير مُثبّت على الأرض أو في بيئة رطبة، مقبس/قابس صناعي، يُغذّى عبر أنبوب، يُوصّل بعد النشر، يُفصل قبل الطي.</a:t>
                      </a:r>
                      <a:endParaRPr b="1"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الأعمال الكهربائية: لا تعمل بجهد حي، تحت إشراف كهربائي مُرخّص، يجب إغلاق مصادر الطاقة وفصلها، لا تُشغّل في بيئة رطبة وبدون إضاءة كافية وفي ظروف جوية خطرة، يجب الحفاظ على مسافة لا تقل عن 5 أمتار من الشبكة الكهربائية العلوية.</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13" name="Google Shape;113;p2"/>
          <p:cNvPicPr preferRelativeResize="0"/>
          <p:nvPr/>
        </p:nvPicPr>
        <p:blipFill rotWithShape="1">
          <a:blip r:embed="rId3">
            <a:alphaModFix/>
          </a:blip>
          <a:srcRect b="0" l="0" r="60080" t="0"/>
          <a:stretch/>
        </p:blipFill>
        <p:spPr>
          <a:xfrm>
            <a:off x="194555" y="1311065"/>
            <a:ext cx="892907" cy="618217"/>
          </a:xfrm>
          <a:prstGeom prst="rect">
            <a:avLst/>
          </a:prstGeom>
          <a:noFill/>
          <a:ln>
            <a:noFill/>
          </a:ln>
        </p:spPr>
      </p:pic>
      <p:pic>
        <p:nvPicPr>
          <p:cNvPr id="114" name="Google Shape;114;p2"/>
          <p:cNvPicPr preferRelativeResize="0"/>
          <p:nvPr/>
        </p:nvPicPr>
        <p:blipFill rotWithShape="1">
          <a:blip r:embed="rId3">
            <a:alphaModFix/>
          </a:blip>
          <a:srcRect b="0" l="53635" r="0" t="0"/>
          <a:stretch/>
        </p:blipFill>
        <p:spPr>
          <a:xfrm>
            <a:off x="1981926" y="1274626"/>
            <a:ext cx="1037110" cy="618217"/>
          </a:xfrm>
          <a:prstGeom prst="rect">
            <a:avLst/>
          </a:prstGeom>
          <a:noFill/>
          <a:ln>
            <a:noFill/>
          </a:ln>
        </p:spPr>
      </p:pic>
      <p:pic>
        <p:nvPicPr>
          <p:cNvPr id="115" name="Google Shape;115;p2"/>
          <p:cNvPicPr preferRelativeResize="0"/>
          <p:nvPr/>
        </p:nvPicPr>
        <p:blipFill rotWithShape="1">
          <a:blip r:embed="rId4">
            <a:alphaModFix/>
          </a:blip>
          <a:srcRect b="0" l="0" r="54901" t="0"/>
          <a:stretch/>
        </p:blipFill>
        <p:spPr>
          <a:xfrm>
            <a:off x="121312" y="6797065"/>
            <a:ext cx="966150" cy="668343"/>
          </a:xfrm>
          <a:prstGeom prst="rect">
            <a:avLst/>
          </a:prstGeom>
          <a:noFill/>
          <a:ln>
            <a:noFill/>
          </a:ln>
        </p:spPr>
      </p:pic>
      <p:pic>
        <p:nvPicPr>
          <p:cNvPr id="116" name="Google Shape;116;p2"/>
          <p:cNvPicPr preferRelativeResize="0"/>
          <p:nvPr/>
        </p:nvPicPr>
        <p:blipFill rotWithShape="1">
          <a:blip r:embed="rId4">
            <a:alphaModFix/>
          </a:blip>
          <a:srcRect b="0" l="59313" r="0" t="0"/>
          <a:stretch/>
        </p:blipFill>
        <p:spPr>
          <a:xfrm>
            <a:off x="1546101" y="6882430"/>
            <a:ext cx="871649" cy="668343"/>
          </a:xfrm>
          <a:prstGeom prst="rect">
            <a:avLst/>
          </a:prstGeom>
          <a:noFill/>
          <a:ln>
            <a:noFill/>
          </a:ln>
        </p:spPr>
      </p:pic>
      <p:sp>
        <p:nvSpPr>
          <p:cNvPr id="117" name="Google Shape;117;p2"/>
          <p:cNvSpPr txBox="1"/>
          <p:nvPr/>
        </p:nvSpPr>
        <p:spPr>
          <a:xfrm>
            <a:off x="2216252" y="7008128"/>
            <a:ext cx="1078800" cy="3951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0"/>
              </a:spcBef>
              <a:spcAft>
                <a:spcPts val="0"/>
              </a:spcAft>
              <a:buClr>
                <a:schemeClr val="dk1"/>
              </a:buClr>
              <a:buSzPts val="1400"/>
              <a:buFont typeface="Arial"/>
              <a:buNone/>
            </a:pPr>
            <a:r>
              <a:rPr b="1" i="0" lang="iw" sz="1400" u="none" cap="none" strike="noStrike">
                <a:solidFill>
                  <a:schemeClr val="dk1"/>
                </a:solidFill>
                <a:latin typeface="Aharoni"/>
                <a:ea typeface="Aharoni"/>
                <a:cs typeface="Aharoni"/>
                <a:sym typeface="Aharoni"/>
              </a:rPr>
              <a:t>الحماية ضرورية!</a:t>
            </a:r>
            <a:endParaRPr b="0" i="0" sz="1400" u="none" cap="none" strike="noStrike">
              <a:solidFill>
                <a:srgbClr val="000000"/>
              </a:solidFill>
              <a:latin typeface="Arial"/>
              <a:ea typeface="Arial"/>
              <a:cs typeface="Arial"/>
              <a:sym typeface="Arial"/>
            </a:endParaRPr>
          </a:p>
        </p:txBody>
      </p:sp>
      <p:sp>
        <p:nvSpPr>
          <p:cNvPr id="118" name="Google Shape;118;p2"/>
          <p:cNvSpPr txBox="1"/>
          <p:nvPr>
            <p:ph idx="11" type="ftr"/>
          </p:nvPr>
        </p:nvSpPr>
        <p:spPr>
          <a:xfrm>
            <a:off x="2527355" y="10278394"/>
            <a:ext cx="2551500" cy="569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iw"/>
              <a:t>تعليمات سلامة الموظفين</a:t>
            </a:r>
            <a:endParaRPr/>
          </a:p>
        </p:txBody>
      </p:sp>
      <p:sp>
        <p:nvSpPr>
          <p:cNvPr id="119" name="Google Shape;119;p2"/>
          <p:cNvSpPr txBox="1"/>
          <p:nvPr>
            <p:ph idx="12" type="sldNum"/>
          </p:nvPr>
        </p:nvSpPr>
        <p:spPr>
          <a:xfrm>
            <a:off x="5339251" y="9909903"/>
            <a:ext cx="1701000" cy="569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r>
              <a:t/>
            </a:r>
            <a:endParaRPr/>
          </a:p>
        </p:txBody>
      </p:sp>
      <p:pic>
        <p:nvPicPr>
          <p:cNvPr id="120" name="Google Shape;120;p2"/>
          <p:cNvPicPr preferRelativeResize="0"/>
          <p:nvPr/>
        </p:nvPicPr>
        <p:blipFill rotWithShape="1">
          <a:blip r:embed="rId5">
            <a:alphaModFix/>
          </a:blip>
          <a:srcRect b="0" l="0" r="0" t="0"/>
          <a:stretch/>
        </p:blipFill>
        <p:spPr>
          <a:xfrm>
            <a:off x="54123" y="0"/>
            <a:ext cx="1069961" cy="107513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
          <p:cNvSpPr txBox="1"/>
          <p:nvPr>
            <p:ph type="title"/>
          </p:nvPr>
        </p:nvSpPr>
        <p:spPr>
          <a:xfrm>
            <a:off x="0" y="908326"/>
            <a:ext cx="7560000" cy="366300"/>
          </a:xfrm>
          <a:prstGeom prst="rect">
            <a:avLst/>
          </a:prstGeom>
          <a:noFill/>
          <a:ln>
            <a:noFill/>
          </a:ln>
        </p:spPr>
        <p:txBody>
          <a:bodyPr anchorCtr="0" anchor="ctr" bIns="45700" lIns="91425" spcFirstLastPara="1" rIns="91425" wrap="square" tIns="45700">
            <a:noAutofit/>
          </a:bodyPr>
          <a:lstStyle/>
          <a:p>
            <a:pPr indent="0" lvl="0" marL="0" rtl="1" algn="ctr">
              <a:lnSpc>
                <a:spcPct val="90000"/>
              </a:lnSpc>
              <a:spcBef>
                <a:spcPts val="0"/>
              </a:spcBef>
              <a:spcAft>
                <a:spcPts val="0"/>
              </a:spcAft>
              <a:buClr>
                <a:schemeClr val="dk1"/>
              </a:buClr>
              <a:buSzPts val="2160"/>
              <a:buFont typeface="Aharoni"/>
              <a:buNone/>
            </a:pPr>
            <a:r>
              <a:rPr b="1" lang="iw" sz="2160" u="sng">
                <a:latin typeface="Aharoni"/>
                <a:ea typeface="Aharoni"/>
                <a:cs typeface="Aharoni"/>
                <a:sym typeface="Aharoni"/>
              </a:rPr>
              <a:t>ملخص تدريبات السلامة وتعليمات السلامة للعمل في موقع البناء</a:t>
            </a:r>
            <a:endParaRPr sz="2970"/>
          </a:p>
        </p:txBody>
      </p:sp>
      <p:sp>
        <p:nvSpPr>
          <p:cNvPr id="126" name="Google Shape;126;p3"/>
          <p:cNvSpPr txBox="1"/>
          <p:nvPr>
            <p:ph idx="1" type="body"/>
          </p:nvPr>
        </p:nvSpPr>
        <p:spPr>
          <a:xfrm>
            <a:off x="11732" y="1412562"/>
            <a:ext cx="7548300" cy="491100"/>
          </a:xfrm>
          <a:prstGeom prst="rect">
            <a:avLst/>
          </a:prstGeom>
          <a:noFill/>
          <a:ln>
            <a:noFill/>
          </a:ln>
        </p:spPr>
        <p:txBody>
          <a:bodyPr anchorCtr="0" anchor="t" bIns="45700" lIns="91425" spcFirstLastPara="1" rIns="91425" wrap="square" tIns="45700">
            <a:noAutofit/>
          </a:bodyPr>
          <a:lstStyle/>
          <a:p>
            <a:pPr indent="0" lvl="0" marL="0" rtl="1" algn="r">
              <a:lnSpc>
                <a:spcPct val="90000"/>
              </a:lnSpc>
              <a:spcBef>
                <a:spcPts val="0"/>
              </a:spcBef>
              <a:spcAft>
                <a:spcPts val="0"/>
              </a:spcAft>
              <a:buClr>
                <a:schemeClr val="dk1"/>
              </a:buClr>
              <a:buSzPts val="2800"/>
              <a:buNone/>
            </a:pPr>
            <a:r>
              <a:rPr b="1" lang="iw" sz="2800" u="sng">
                <a:latin typeface="Aharoni"/>
                <a:ea typeface="Aharoni"/>
                <a:cs typeface="Aharoni"/>
                <a:sym typeface="Aharoni"/>
              </a:rPr>
              <a:t>الحفريات</a:t>
            </a:r>
            <a:endParaRPr/>
          </a:p>
        </p:txBody>
      </p:sp>
      <p:graphicFrame>
        <p:nvGraphicFramePr>
          <p:cNvPr id="127" name="Google Shape;127;p3"/>
          <p:cNvGraphicFramePr/>
          <p:nvPr/>
        </p:nvGraphicFramePr>
        <p:xfrm>
          <a:off x="169669" y="2028221"/>
          <a:ext cx="3000000" cy="3000000"/>
        </p:xfrm>
        <a:graphic>
          <a:graphicData uri="http://schemas.openxmlformats.org/drawingml/2006/table">
            <a:tbl>
              <a:tblPr bandRow="1" firstCol="1" firstRow="1">
                <a:noFill/>
                <a:tableStyleId>{F7DED320-BF34-43EF-AB3C-F1A0F038D450}</a:tableStyleId>
              </a:tblPr>
              <a:tblGrid>
                <a:gridCol w="1863550"/>
                <a:gridCol w="2129775"/>
                <a:gridCol w="3250825"/>
              </a:tblGrid>
              <a:tr h="129925">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التأثير السلبي</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سيناريو الفشل/السلبية</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إزالة المخاطر/تقليلها/الوقاية منها</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33100">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الإصابات</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السقوط</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انهيار الحفريات</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الصدمات الكهربائية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الضربات</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سقوط عمال أثناء الحفر</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انهيار الحفر</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أضرار في البنية التحتية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انقلاب معدات البناء</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ضربات الزاحف</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يجب أن تُنفَّذ أعمال الحفر بموافقة رئيس العمال وبعد مسح البنية التحتية والحيوانات.</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يُرجى العمل بالقرب من البنية التحتية باستخدام أدوات يدوية وبحذر.</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يُشترط الصعود والنزول من المواقع المحددة، مع وضع سياج وعلامات خاصة بالحفر.</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يُنفَّذ الحفر وفقًا لمنحدر/ردم طبيعي، مع اتخاذ التدابير اللازمة لمنع الانهيار.</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يُشترط أن يسمح عرض الحفر بإنجاز العمل، وأن تكون الممرات فوق الحفر 60 سم.</a:t>
                      </a:r>
                      <a:endParaRPr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يجب أن تقترب المعدات الهندسية إلى مسافة آمنة، ويُمنع على العمال العمل بالقرب من المعدات.</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28" name="Google Shape;128;p3"/>
          <p:cNvSpPr txBox="1"/>
          <p:nvPr/>
        </p:nvSpPr>
        <p:spPr>
          <a:xfrm>
            <a:off x="905824" y="1288003"/>
            <a:ext cx="1295617" cy="673004"/>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750"/>
              </a:spcBef>
              <a:spcAft>
                <a:spcPts val="0"/>
              </a:spcAft>
              <a:buClr>
                <a:schemeClr val="dk1"/>
              </a:buClr>
              <a:buSzPts val="1300"/>
              <a:buFont typeface="Arial"/>
              <a:buNone/>
            </a:pPr>
            <a:r>
              <a:rPr b="1" i="0" lang="iw" sz="1300" u="none" cap="none" strike="noStrike">
                <a:solidFill>
                  <a:srgbClr val="FF0000"/>
                </a:solidFill>
                <a:latin typeface="Aharoni"/>
                <a:ea typeface="Aharoni"/>
                <a:cs typeface="Aharoni"/>
                <a:sym typeface="Aharoni"/>
              </a:rPr>
              <a:t>خطر!</a:t>
            </a:r>
            <a:endParaRPr b="1" i="0" sz="1300" u="none" cap="none" strike="noStrike">
              <a:solidFill>
                <a:srgbClr val="FF0000"/>
              </a:solidFill>
              <a:latin typeface="Aharoni"/>
              <a:ea typeface="Aharoni"/>
              <a:cs typeface="Aharoni"/>
              <a:sym typeface="Aharoni"/>
            </a:endParaRPr>
          </a:p>
          <a:p>
            <a:pPr indent="0" lvl="0" marL="0" marR="0" rtl="1" algn="ctr">
              <a:lnSpc>
                <a:spcPct val="90000"/>
              </a:lnSpc>
              <a:spcBef>
                <a:spcPts val="750"/>
              </a:spcBef>
              <a:spcAft>
                <a:spcPts val="0"/>
              </a:spcAft>
              <a:buClr>
                <a:schemeClr val="dk1"/>
              </a:buClr>
              <a:buSzPts val="1300"/>
              <a:buFont typeface="Arial"/>
              <a:buNone/>
            </a:pPr>
            <a:r>
              <a:rPr b="1" i="0" lang="iw" sz="1300" u="none" cap="none" strike="noStrike">
                <a:solidFill>
                  <a:srgbClr val="FF0000"/>
                </a:solidFill>
                <a:latin typeface="Aharoni"/>
                <a:ea typeface="Aharoni"/>
                <a:cs typeface="Aharoni"/>
                <a:sym typeface="Aharoni"/>
              </a:rPr>
              <a:t>قناة مفتوحة</a:t>
            </a:r>
            <a:endParaRPr b="1" i="0" sz="1300" u="none" cap="none" strike="noStrike">
              <a:solidFill>
                <a:srgbClr val="FF0000"/>
              </a:solidFill>
              <a:latin typeface="Aharoni"/>
              <a:ea typeface="Aharoni"/>
              <a:cs typeface="Aharoni"/>
              <a:sym typeface="Aharoni"/>
            </a:endParaRPr>
          </a:p>
        </p:txBody>
      </p:sp>
      <p:cxnSp>
        <p:nvCxnSpPr>
          <p:cNvPr id="129" name="Google Shape;129;p3"/>
          <p:cNvCxnSpPr/>
          <p:nvPr/>
        </p:nvCxnSpPr>
        <p:spPr>
          <a:xfrm>
            <a:off x="0" y="5079280"/>
            <a:ext cx="7560000" cy="0"/>
          </a:xfrm>
          <a:prstGeom prst="straightConnector1">
            <a:avLst/>
          </a:prstGeom>
          <a:noFill/>
          <a:ln cap="flat" cmpd="sng" w="38100">
            <a:solidFill>
              <a:schemeClr val="dk1"/>
            </a:solidFill>
            <a:prstDash val="solid"/>
            <a:miter lim="800000"/>
            <a:headEnd len="sm" w="sm" type="none"/>
            <a:tailEnd len="sm" w="sm" type="none"/>
          </a:ln>
        </p:spPr>
      </p:cxnSp>
      <p:sp>
        <p:nvSpPr>
          <p:cNvPr id="130" name="Google Shape;130;p3"/>
          <p:cNvSpPr txBox="1"/>
          <p:nvPr/>
        </p:nvSpPr>
        <p:spPr>
          <a:xfrm>
            <a:off x="755775" y="5322755"/>
            <a:ext cx="3256197" cy="5265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0"/>
              </a:spcBef>
              <a:spcAft>
                <a:spcPts val="0"/>
              </a:spcAft>
              <a:buClr>
                <a:schemeClr val="dk1"/>
              </a:buClr>
              <a:buSzPts val="1400"/>
              <a:buFont typeface="Arial"/>
              <a:buNone/>
            </a:pPr>
            <a:r>
              <a:rPr b="1" i="0" lang="iw" sz="1400" u="none" cap="none" strike="noStrike">
                <a:solidFill>
                  <a:schemeClr val="dk1"/>
                </a:solidFill>
                <a:latin typeface="Aharoni"/>
                <a:ea typeface="Aharoni"/>
                <a:cs typeface="Aharoni"/>
                <a:sym typeface="Aharoni"/>
              </a:rPr>
              <a:t>يُحظر إشعال النار واللهب المكشوف والتدخين.</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1648919" y="5279810"/>
            <a:ext cx="5764900" cy="490200"/>
          </a:xfrm>
          <a:prstGeom prst="rect">
            <a:avLst/>
          </a:prstGeom>
          <a:noFill/>
          <a:ln>
            <a:noFill/>
          </a:ln>
        </p:spPr>
        <p:txBody>
          <a:bodyPr anchorCtr="0" anchor="t" bIns="45700" lIns="91425" spcFirstLastPara="1" rIns="91425" wrap="square" tIns="45700">
            <a:noAutofit/>
          </a:bodyPr>
          <a:lstStyle/>
          <a:p>
            <a:pPr indent="0" lvl="0" marL="0" marR="0" rtl="1" algn="r">
              <a:lnSpc>
                <a:spcPct val="90000"/>
              </a:lnSpc>
              <a:spcBef>
                <a:spcPts val="0"/>
              </a:spcBef>
              <a:spcAft>
                <a:spcPts val="0"/>
              </a:spcAft>
              <a:buClr>
                <a:schemeClr val="dk1"/>
              </a:buClr>
              <a:buSzPts val="2800"/>
              <a:buFont typeface="Arial"/>
              <a:buNone/>
            </a:pPr>
            <a:r>
              <a:rPr b="1" i="0" lang="iw" sz="2800" u="sng" cap="none" strike="noStrike">
                <a:solidFill>
                  <a:schemeClr val="dk1"/>
                </a:solidFill>
                <a:latin typeface="Aharoni"/>
                <a:ea typeface="Aharoni"/>
                <a:cs typeface="Aharoni"/>
                <a:sym typeface="Aharoni"/>
              </a:rPr>
              <a:t>وظائف ساخنة</a:t>
            </a:r>
            <a:endParaRPr b="0" i="0" sz="1400" u="none" cap="none" strike="noStrike">
              <a:solidFill>
                <a:srgbClr val="000000"/>
              </a:solidFill>
              <a:latin typeface="Arial"/>
              <a:ea typeface="Arial"/>
              <a:cs typeface="Arial"/>
              <a:sym typeface="Arial"/>
            </a:endParaRPr>
          </a:p>
        </p:txBody>
      </p:sp>
      <p:graphicFrame>
        <p:nvGraphicFramePr>
          <p:cNvPr id="132" name="Google Shape;132;p3"/>
          <p:cNvGraphicFramePr/>
          <p:nvPr/>
        </p:nvGraphicFramePr>
        <p:xfrm>
          <a:off x="169669" y="5855183"/>
          <a:ext cx="3000000" cy="3000000"/>
        </p:xfrm>
        <a:graphic>
          <a:graphicData uri="http://schemas.openxmlformats.org/drawingml/2006/table">
            <a:tbl>
              <a:tblPr bandRow="1" firstCol="1" firstRow="1">
                <a:noFill/>
                <a:tableStyleId>{F7DED320-BF34-43EF-AB3C-F1A0F038D450}</a:tableStyleId>
              </a:tblPr>
              <a:tblGrid>
                <a:gridCol w="1863550"/>
                <a:gridCol w="2129775"/>
                <a:gridCol w="3250825"/>
              </a:tblGrid>
              <a:tr h="129925">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التأثير السلبي</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سيناريو الفشل/السلبية</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إزالة المخاطر/تقليلها/الوقاية منها</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إصابات العين</a:t>
                      </a:r>
                      <a:endParaRPr b="0"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الحروق</a:t>
                      </a:r>
                      <a:endParaRPr b="0"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الحرائق</a:t>
                      </a:r>
                      <a:endParaRPr b="0"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الانفجارات</a:t>
                      </a:r>
                      <a:endParaRPr b="0"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الصدمات الكهربائية</a:t>
                      </a:r>
                      <a:endParaRPr b="0"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سوء استخدام معدات الوقاية الشخصية، تعطل المعدات</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انفجار أسطوانة غاز</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حرائق الموظفين/المعدات/البيئة</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العمل الساخن: بعد موافقة رئيس العمال، يجب توفير حماية للبنية التحتية، وتوفير معدات الوقاية الشخصية المناسبة، ومراقبة الحرائق في المنطقة أثناء وبعد التنفيذ، وإبعاد المواد القابلة للاشتعال عن الموقع بمسافة لا تقل عن 10 أمتار، وتوفير معدات إطفاء حريق مناسبة، وإبعاد الكابلات الكهربائية.</a:t>
                      </a:r>
                      <a:endParaRPr b="1" sz="1039" u="none" cap="none" strike="noStrike">
                        <a:latin typeface="Aharoni"/>
                        <a:ea typeface="Aharoni"/>
                        <a:cs typeface="Aharoni"/>
                        <a:sym typeface="Aharoni"/>
                      </a:endParaRPr>
                    </a:p>
                    <a:p>
                      <a:pPr indent="-224422" lvl="0" marL="290399" marR="0" rtl="1" algn="r">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أسطوانات الغاز: يجب التعامل معها من قبل عمال ذوي خبرة، والنقل الآمن، وتثبيتها بشكل عمودي على الأرض، واستخدام الأغطية، وإبعاد الزيوت، والابتعاد عن مصادر الحرارة، وتركيب أنابيب مناسبة مع معدات السلامة القياسية والمناسبة والصالحة.</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33" name="Google Shape;133;p3"/>
          <p:cNvPicPr preferRelativeResize="0"/>
          <p:nvPr/>
        </p:nvPicPr>
        <p:blipFill rotWithShape="1">
          <a:blip r:embed="rId3">
            <a:alphaModFix/>
          </a:blip>
          <a:srcRect b="0" l="0" r="0" t="0"/>
          <a:stretch/>
        </p:blipFill>
        <p:spPr>
          <a:xfrm>
            <a:off x="246086" y="1294038"/>
            <a:ext cx="935182" cy="626531"/>
          </a:xfrm>
          <a:prstGeom prst="rect">
            <a:avLst/>
          </a:prstGeom>
          <a:noFill/>
          <a:ln>
            <a:noFill/>
          </a:ln>
        </p:spPr>
      </p:pic>
      <p:pic>
        <p:nvPicPr>
          <p:cNvPr id="134" name="Google Shape;134;p3"/>
          <p:cNvPicPr preferRelativeResize="0"/>
          <p:nvPr/>
        </p:nvPicPr>
        <p:blipFill rotWithShape="1">
          <a:blip r:embed="rId4">
            <a:alphaModFix/>
          </a:blip>
          <a:srcRect b="0" l="0" r="0" t="0"/>
          <a:stretch/>
        </p:blipFill>
        <p:spPr>
          <a:xfrm>
            <a:off x="210746" y="5186835"/>
            <a:ext cx="680189" cy="560793"/>
          </a:xfrm>
          <a:prstGeom prst="rect">
            <a:avLst/>
          </a:prstGeom>
          <a:noFill/>
          <a:ln>
            <a:noFill/>
          </a:ln>
        </p:spPr>
      </p:pic>
      <p:cxnSp>
        <p:nvCxnSpPr>
          <p:cNvPr id="135" name="Google Shape;135;p3"/>
          <p:cNvCxnSpPr/>
          <p:nvPr/>
        </p:nvCxnSpPr>
        <p:spPr>
          <a:xfrm>
            <a:off x="-54448" y="7870809"/>
            <a:ext cx="7560000" cy="0"/>
          </a:xfrm>
          <a:prstGeom prst="straightConnector1">
            <a:avLst/>
          </a:prstGeom>
          <a:noFill/>
          <a:ln cap="flat" cmpd="sng" w="38100">
            <a:solidFill>
              <a:schemeClr val="dk1"/>
            </a:solidFill>
            <a:prstDash val="solid"/>
            <a:miter lim="800000"/>
            <a:headEnd len="sm" w="sm" type="none"/>
            <a:tailEnd len="sm" w="sm" type="none"/>
          </a:ln>
        </p:spPr>
      </p:cxnSp>
      <p:pic>
        <p:nvPicPr>
          <p:cNvPr id="136" name="Google Shape;136;p3"/>
          <p:cNvPicPr preferRelativeResize="0"/>
          <p:nvPr/>
        </p:nvPicPr>
        <p:blipFill rotWithShape="1">
          <a:blip r:embed="rId5">
            <a:alphaModFix/>
          </a:blip>
          <a:srcRect b="0" l="0" r="50000" t="0"/>
          <a:stretch/>
        </p:blipFill>
        <p:spPr>
          <a:xfrm>
            <a:off x="246086" y="7950054"/>
            <a:ext cx="926643" cy="430409"/>
          </a:xfrm>
          <a:prstGeom prst="rect">
            <a:avLst/>
          </a:prstGeom>
          <a:noFill/>
          <a:ln>
            <a:noFill/>
          </a:ln>
        </p:spPr>
      </p:pic>
      <p:pic>
        <p:nvPicPr>
          <p:cNvPr id="137" name="Google Shape;137;p3"/>
          <p:cNvPicPr preferRelativeResize="0"/>
          <p:nvPr/>
        </p:nvPicPr>
        <p:blipFill rotWithShape="1">
          <a:blip r:embed="rId5">
            <a:alphaModFix/>
          </a:blip>
          <a:srcRect b="0" l="54398" r="0" t="0"/>
          <a:stretch/>
        </p:blipFill>
        <p:spPr>
          <a:xfrm>
            <a:off x="1329904" y="7950054"/>
            <a:ext cx="731125" cy="458433"/>
          </a:xfrm>
          <a:prstGeom prst="rect">
            <a:avLst/>
          </a:prstGeom>
          <a:noFill/>
          <a:ln>
            <a:noFill/>
          </a:ln>
        </p:spPr>
      </p:pic>
      <p:sp>
        <p:nvSpPr>
          <p:cNvPr id="138" name="Google Shape;138;p3"/>
          <p:cNvSpPr txBox="1"/>
          <p:nvPr/>
        </p:nvSpPr>
        <p:spPr>
          <a:xfrm>
            <a:off x="11732" y="8408487"/>
            <a:ext cx="2519700" cy="3177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0"/>
              </a:spcBef>
              <a:spcAft>
                <a:spcPts val="0"/>
              </a:spcAft>
              <a:buClr>
                <a:srgbClr val="FF0000"/>
              </a:buClr>
              <a:buSzPts val="1200"/>
              <a:buFont typeface="Arial"/>
              <a:buNone/>
            </a:pPr>
            <a:r>
              <a:rPr b="1" i="0" lang="iw" sz="1200" u="none" cap="none" strike="noStrike">
                <a:solidFill>
                  <a:srgbClr val="FF0000"/>
                </a:solidFill>
                <a:latin typeface="Aharoni"/>
                <a:ea typeface="Aharoni"/>
                <a:cs typeface="Aharoni"/>
                <a:sym typeface="Aharoni"/>
              </a:rPr>
              <a:t>خطر! لا تقف تحت حمولة مرتفعة.</a:t>
            </a:r>
            <a:endParaRPr b="0" i="0" sz="1400" u="none" cap="none" strike="noStrike">
              <a:solidFill>
                <a:srgbClr val="000000"/>
              </a:solidFill>
              <a:latin typeface="Arial"/>
              <a:ea typeface="Arial"/>
              <a:cs typeface="Arial"/>
              <a:sym typeface="Arial"/>
            </a:endParaRPr>
          </a:p>
        </p:txBody>
      </p:sp>
      <p:sp>
        <p:nvSpPr>
          <p:cNvPr id="139" name="Google Shape;139;p3"/>
          <p:cNvSpPr txBox="1"/>
          <p:nvPr/>
        </p:nvSpPr>
        <p:spPr>
          <a:xfrm>
            <a:off x="2350077" y="8004477"/>
            <a:ext cx="5063742" cy="490200"/>
          </a:xfrm>
          <a:prstGeom prst="rect">
            <a:avLst/>
          </a:prstGeom>
          <a:noFill/>
          <a:ln>
            <a:noFill/>
          </a:ln>
        </p:spPr>
        <p:txBody>
          <a:bodyPr anchorCtr="0" anchor="t" bIns="45700" lIns="91425" spcFirstLastPara="1" rIns="91425" wrap="square" tIns="45700">
            <a:noAutofit/>
          </a:bodyPr>
          <a:lstStyle/>
          <a:p>
            <a:pPr indent="0" lvl="0" marL="0" marR="0" rtl="1" algn="r">
              <a:lnSpc>
                <a:spcPct val="90000"/>
              </a:lnSpc>
              <a:spcBef>
                <a:spcPts val="0"/>
              </a:spcBef>
              <a:spcAft>
                <a:spcPts val="0"/>
              </a:spcAft>
              <a:buClr>
                <a:schemeClr val="dk1"/>
              </a:buClr>
              <a:buSzPts val="2800"/>
              <a:buFont typeface="Arial"/>
              <a:buNone/>
            </a:pPr>
            <a:r>
              <a:rPr b="1" i="0" lang="iw" sz="2800" u="sng" cap="none" strike="noStrike">
                <a:solidFill>
                  <a:schemeClr val="dk1"/>
                </a:solidFill>
                <a:latin typeface="Aharoni"/>
                <a:ea typeface="Aharoni"/>
                <a:cs typeface="Aharoni"/>
                <a:sym typeface="Aharoni"/>
              </a:rPr>
              <a:t>أعمال الرفع</a:t>
            </a:r>
            <a:endParaRPr b="0" i="0" sz="1400" u="none" cap="none" strike="noStrike">
              <a:solidFill>
                <a:srgbClr val="000000"/>
              </a:solidFill>
              <a:latin typeface="Arial"/>
              <a:ea typeface="Arial"/>
              <a:cs typeface="Arial"/>
              <a:sym typeface="Arial"/>
            </a:endParaRPr>
          </a:p>
        </p:txBody>
      </p:sp>
      <p:graphicFrame>
        <p:nvGraphicFramePr>
          <p:cNvPr id="140" name="Google Shape;140;p3"/>
          <p:cNvGraphicFramePr/>
          <p:nvPr/>
        </p:nvGraphicFramePr>
        <p:xfrm>
          <a:off x="169669" y="8698145"/>
          <a:ext cx="3000000" cy="3000000"/>
        </p:xfrm>
        <a:graphic>
          <a:graphicData uri="http://schemas.openxmlformats.org/drawingml/2006/table">
            <a:tbl>
              <a:tblPr bandRow="1" firstCol="1" firstRow="1">
                <a:noFill/>
                <a:tableStyleId>{F7DED320-BF34-43EF-AB3C-F1A0F038D450}</a:tableStyleId>
              </a:tblPr>
              <a:tblGrid>
                <a:gridCol w="1863550"/>
                <a:gridCol w="2129775"/>
                <a:gridCol w="3250825"/>
              </a:tblGrid>
              <a:tr h="129925">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التأثير السلبي</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سيناريو الفشل/السلبية</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إزالة المخاطر/تقليلها/الوقاية منها</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إصابات الجسم</a:t>
                      </a:r>
                      <a:endParaRPr b="0"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إصابات الأطراف</a:t>
                      </a:r>
                      <a:endParaRPr b="0"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السحق</a:t>
                      </a:r>
                      <a:endParaRPr b="0"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0" lang="iw" sz="1039" u="none" cap="none" strike="noStrike">
                          <a:latin typeface="Aharoni"/>
                          <a:ea typeface="Aharoni"/>
                          <a:cs typeface="Aharoni"/>
                          <a:sym typeface="Aharoni"/>
                        </a:rPr>
                        <a:t>إصابات الرأس</a:t>
                      </a:r>
                      <a:endParaRPr b="0"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أعطال معدات الرفع/الملحقات</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إصابات العمال نتيجة رفع الأحمال</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سقوط أجزاء الأحمال</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37598" lvl="0" marL="290399" marR="0" rtl="1" algn="r">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معدات الرفع وملحقاتها: تخضع للفحص من قبل مفتش مؤهل، وقبل الاستخدام، يُشغّلها مشغلون مرخصون وذوو خبرة.</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أعمال الرفع: بموافقة رئيس العمال، تسوير منطقة الرفع، الربط والتوجيه بالمجارف، عدم العمل تحت حمولة مرفوعة، رفع حمولة على ارتفاع متر واحد عن الأرض.</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rPr b="1" lang="iw" sz="1039" u="none" cap="none" strike="noStrike">
                          <a:latin typeface="Aharoni"/>
                          <a:ea typeface="Aharoni"/>
                          <a:cs typeface="Aharoni"/>
                          <a:sym typeface="Aharoni"/>
                        </a:rPr>
                        <a:t>لمنع سقوط الأجزاء: الرفع باستخدام الأدوات المخصصة، ربط وتثبيت الأحمال، العمل بحذر وعموديًا.</a:t>
                      </a:r>
                      <a:endParaRPr b="1" sz="1039" u="none" cap="none" strike="noStrike">
                        <a:latin typeface="Aharoni"/>
                        <a:ea typeface="Aharoni"/>
                        <a:cs typeface="Aharoni"/>
                        <a:sym typeface="Aharoni"/>
                      </a:endParaRPr>
                    </a:p>
                    <a:p>
                      <a:pPr indent="-237598" lvl="0" marL="290399" marR="0" rtl="1" algn="r">
                        <a:lnSpc>
                          <a:spcPct val="107000"/>
                        </a:lnSpc>
                        <a:spcBef>
                          <a:spcPts val="0"/>
                        </a:spcBef>
                        <a:spcAft>
                          <a:spcPts val="0"/>
                        </a:spcAft>
                        <a:buClr>
                          <a:schemeClr val="dk1"/>
                        </a:buClr>
                        <a:buSzPts val="1039"/>
                        <a:buFont typeface="Noto Sans Symbols"/>
                        <a:buNone/>
                      </a:pPr>
                      <a:r>
                        <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41" name="Google Shape;141;p3"/>
          <p:cNvPicPr preferRelativeResize="0"/>
          <p:nvPr/>
        </p:nvPicPr>
        <p:blipFill rotWithShape="1">
          <a:blip r:embed="rId6">
            <a:alphaModFix/>
          </a:blip>
          <a:srcRect b="0" l="0" r="0" t="0"/>
          <a:stretch/>
        </p:blipFill>
        <p:spPr>
          <a:xfrm>
            <a:off x="54123" y="0"/>
            <a:ext cx="1005420" cy="9083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txBox="1"/>
          <p:nvPr>
            <p:ph type="title"/>
          </p:nvPr>
        </p:nvSpPr>
        <p:spPr>
          <a:xfrm>
            <a:off x="0" y="908326"/>
            <a:ext cx="7560000" cy="366300"/>
          </a:xfrm>
          <a:prstGeom prst="rect">
            <a:avLst/>
          </a:prstGeom>
          <a:noFill/>
          <a:ln>
            <a:noFill/>
          </a:ln>
        </p:spPr>
        <p:txBody>
          <a:bodyPr anchorCtr="0" anchor="ctr" bIns="45700" lIns="91425" spcFirstLastPara="1" rIns="91425" wrap="square" tIns="45700">
            <a:noAutofit/>
          </a:bodyPr>
          <a:lstStyle/>
          <a:p>
            <a:pPr indent="0" lvl="0" marL="0" rtl="1" algn="ctr">
              <a:lnSpc>
                <a:spcPct val="90000"/>
              </a:lnSpc>
              <a:spcBef>
                <a:spcPts val="0"/>
              </a:spcBef>
              <a:spcAft>
                <a:spcPts val="0"/>
              </a:spcAft>
              <a:buClr>
                <a:schemeClr val="dk1"/>
              </a:buClr>
              <a:buSzPts val="2160"/>
              <a:buFont typeface="Aharoni"/>
              <a:buNone/>
            </a:pPr>
            <a:r>
              <a:rPr b="1" lang="iw" sz="2160" u="sng">
                <a:latin typeface="Aharoni"/>
                <a:ea typeface="Aharoni"/>
                <a:cs typeface="Aharoni"/>
                <a:sym typeface="Aharoni"/>
              </a:rPr>
              <a:t>ملخص تدريبات السلامة وتعليمات السلامة للعمل في موقع البناء</a:t>
            </a:r>
            <a:endParaRPr sz="2970"/>
          </a:p>
        </p:txBody>
      </p:sp>
      <p:sp>
        <p:nvSpPr>
          <p:cNvPr id="147" name="Google Shape;147;p4"/>
          <p:cNvSpPr txBox="1"/>
          <p:nvPr>
            <p:ph idx="1" type="body"/>
          </p:nvPr>
        </p:nvSpPr>
        <p:spPr>
          <a:xfrm>
            <a:off x="11732" y="1298684"/>
            <a:ext cx="7536600" cy="491100"/>
          </a:xfrm>
          <a:prstGeom prst="rect">
            <a:avLst/>
          </a:prstGeom>
          <a:noFill/>
          <a:ln>
            <a:noFill/>
          </a:ln>
        </p:spPr>
        <p:txBody>
          <a:bodyPr anchorCtr="0" anchor="t" bIns="45700" lIns="91425" spcFirstLastPara="1" rIns="91425" wrap="square" tIns="45700">
            <a:noAutofit/>
          </a:bodyPr>
          <a:lstStyle/>
          <a:p>
            <a:pPr indent="0" lvl="0" marL="0" rtl="1" algn="r">
              <a:lnSpc>
                <a:spcPct val="90000"/>
              </a:lnSpc>
              <a:spcBef>
                <a:spcPts val="0"/>
              </a:spcBef>
              <a:spcAft>
                <a:spcPts val="0"/>
              </a:spcAft>
              <a:buClr>
                <a:schemeClr val="dk1"/>
              </a:buClr>
              <a:buSzPts val="2800"/>
              <a:buNone/>
            </a:pPr>
            <a:r>
              <a:rPr b="1" lang="iw" sz="2800" u="sng">
                <a:latin typeface="Aharoni"/>
                <a:ea typeface="Aharoni"/>
                <a:cs typeface="Aharoni"/>
                <a:sym typeface="Aharoni"/>
              </a:rPr>
              <a:t>المواد الخطرة</a:t>
            </a:r>
            <a:endParaRPr/>
          </a:p>
        </p:txBody>
      </p:sp>
      <p:graphicFrame>
        <p:nvGraphicFramePr>
          <p:cNvPr id="148" name="Google Shape;148;p4"/>
          <p:cNvGraphicFramePr/>
          <p:nvPr/>
        </p:nvGraphicFramePr>
        <p:xfrm>
          <a:off x="182110" y="1957085"/>
          <a:ext cx="3000000" cy="3000000"/>
        </p:xfrm>
        <a:graphic>
          <a:graphicData uri="http://schemas.openxmlformats.org/drawingml/2006/table">
            <a:tbl>
              <a:tblPr bandRow="1" firstCol="1" firstRow="1">
                <a:noFill/>
                <a:tableStyleId>{F7DED320-BF34-43EF-AB3C-F1A0F038D450}</a:tableStyleId>
              </a:tblPr>
              <a:tblGrid>
                <a:gridCol w="1863550"/>
                <a:gridCol w="2129775"/>
                <a:gridCol w="3250825"/>
              </a:tblGrid>
              <a:tr h="129925">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التأثير السلبي</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سيناريو الفشل/السلبية</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إزالة المخاطر/تقليلها/الوقاية منها</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33100">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الاختناق/الدوخة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الحروق</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الحرائق/الانفجارات</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الأمراض المهنية</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استخدام مواد ضارة بالصحة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استخدام معدات الوقاية الشخصية غير المناسبة للمخاطر/غير المناسبة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العمل في منطقة غير جيدة التهوية</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استخدم المواد الكيميائية بعد تلقي إرشادات السلامة وفقًا لورقة بيانات سلامة المادة.</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استخدم معدات الوقاية الشخصية وفقًا لورقة بيانات سلامة المادة.</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تهوية مكان العمل وإبعاد النار عن المواد القابلة للاشتعال.</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اترك العبوات/الحاويات الفارغة بعد الاستخدام ولا تتركها في مكان العمل.</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49" name="Google Shape;149;p4"/>
          <p:cNvSpPr txBox="1"/>
          <p:nvPr/>
        </p:nvSpPr>
        <p:spPr>
          <a:xfrm>
            <a:off x="301242" y="1243267"/>
            <a:ext cx="2596260" cy="5619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750"/>
              </a:spcBef>
              <a:spcAft>
                <a:spcPts val="0"/>
              </a:spcAft>
              <a:buClr>
                <a:schemeClr val="dk1"/>
              </a:buClr>
              <a:buSzPts val="1300"/>
              <a:buFont typeface="Arial"/>
              <a:buNone/>
            </a:pPr>
            <a:r>
              <a:rPr b="1" i="0" lang="iw" sz="1300" u="none" cap="none" strike="noStrike">
                <a:solidFill>
                  <a:srgbClr val="FF0000"/>
                </a:solidFill>
                <a:latin typeface="Aharoni"/>
                <a:ea typeface="Aharoni"/>
                <a:cs typeface="Aharoni"/>
                <a:sym typeface="Aharoni"/>
              </a:rPr>
              <a:t>خطر!</a:t>
            </a:r>
            <a:endParaRPr b="1" i="0" sz="1300" u="none" cap="none" strike="noStrike">
              <a:solidFill>
                <a:srgbClr val="FF0000"/>
              </a:solidFill>
              <a:latin typeface="Aharoni"/>
              <a:ea typeface="Aharoni"/>
              <a:cs typeface="Aharoni"/>
              <a:sym typeface="Aharoni"/>
            </a:endParaRPr>
          </a:p>
          <a:p>
            <a:pPr indent="0" lvl="0" marL="0" marR="0" rtl="1" algn="ctr">
              <a:lnSpc>
                <a:spcPct val="90000"/>
              </a:lnSpc>
              <a:spcBef>
                <a:spcPts val="750"/>
              </a:spcBef>
              <a:spcAft>
                <a:spcPts val="0"/>
              </a:spcAft>
              <a:buClr>
                <a:schemeClr val="dk1"/>
              </a:buClr>
              <a:buSzPts val="1300"/>
              <a:buFont typeface="Arial"/>
              <a:buNone/>
            </a:pPr>
            <a:r>
              <a:rPr b="1" i="0" lang="iw" sz="1300" u="none" cap="none" strike="noStrike">
                <a:solidFill>
                  <a:srgbClr val="FF0000"/>
                </a:solidFill>
                <a:latin typeface="Aharoni"/>
                <a:ea typeface="Aharoni"/>
                <a:cs typeface="Aharoni"/>
                <a:sym typeface="Aharoni"/>
              </a:rPr>
              <a:t>مواد خطرة</a:t>
            </a:r>
            <a:endParaRPr b="1" i="0" sz="1300" u="none" cap="none" strike="noStrike">
              <a:solidFill>
                <a:srgbClr val="FF0000"/>
              </a:solidFill>
              <a:latin typeface="Aharoni"/>
              <a:ea typeface="Aharoni"/>
              <a:cs typeface="Aharoni"/>
              <a:sym typeface="Aharoni"/>
            </a:endParaRPr>
          </a:p>
        </p:txBody>
      </p:sp>
      <p:cxnSp>
        <p:nvCxnSpPr>
          <p:cNvPr id="150" name="Google Shape;150;p4"/>
          <p:cNvCxnSpPr/>
          <p:nvPr/>
        </p:nvCxnSpPr>
        <p:spPr>
          <a:xfrm>
            <a:off x="-54448" y="3333565"/>
            <a:ext cx="7560000" cy="0"/>
          </a:xfrm>
          <a:prstGeom prst="straightConnector1">
            <a:avLst/>
          </a:prstGeom>
          <a:noFill/>
          <a:ln cap="flat" cmpd="sng" w="38100">
            <a:solidFill>
              <a:schemeClr val="dk1"/>
            </a:solidFill>
            <a:prstDash val="solid"/>
            <a:miter lim="800000"/>
            <a:headEnd len="sm" w="sm" type="none"/>
            <a:tailEnd len="sm" w="sm" type="none"/>
          </a:ln>
        </p:spPr>
      </p:cxnSp>
      <p:sp>
        <p:nvSpPr>
          <p:cNvPr id="151" name="Google Shape;151;p4"/>
          <p:cNvSpPr txBox="1"/>
          <p:nvPr/>
        </p:nvSpPr>
        <p:spPr>
          <a:xfrm>
            <a:off x="-429074" y="4092854"/>
            <a:ext cx="3188400" cy="363000"/>
          </a:xfrm>
          <a:prstGeom prst="rect">
            <a:avLst/>
          </a:prstGeom>
          <a:noFill/>
          <a:ln>
            <a:noFill/>
          </a:ln>
        </p:spPr>
        <p:txBody>
          <a:bodyPr anchorCtr="0" anchor="t" bIns="45700" lIns="91425" spcFirstLastPara="1" rIns="91425" wrap="square" tIns="45700">
            <a:noAutofit/>
          </a:bodyPr>
          <a:lstStyle/>
          <a:p>
            <a:pPr indent="0" lvl="0" marL="0" marR="0" rtl="1" algn="ctr">
              <a:lnSpc>
                <a:spcPct val="90000"/>
              </a:lnSpc>
              <a:spcBef>
                <a:spcPts val="0"/>
              </a:spcBef>
              <a:spcAft>
                <a:spcPts val="0"/>
              </a:spcAft>
              <a:buClr>
                <a:schemeClr val="dk1"/>
              </a:buClr>
              <a:buSzPts val="1300"/>
              <a:buFont typeface="Arial"/>
              <a:buNone/>
            </a:pPr>
            <a:r>
              <a:rPr b="1" i="0" lang="iw" sz="1300" u="none" cap="none" strike="noStrike">
                <a:solidFill>
                  <a:schemeClr val="dk1"/>
                </a:solidFill>
                <a:latin typeface="Aharoni"/>
                <a:ea typeface="Aharoni"/>
                <a:cs typeface="Aharoni"/>
                <a:sym typeface="Aharoni"/>
              </a:rPr>
              <a:t>الرفع الصحيح يمنع الكثير من المعاناة</a:t>
            </a:r>
            <a:endParaRPr b="0" i="0" sz="1400" u="none" cap="none" strike="noStrike">
              <a:solidFill>
                <a:srgbClr val="000000"/>
              </a:solidFill>
              <a:latin typeface="Arial"/>
              <a:ea typeface="Arial"/>
              <a:cs typeface="Arial"/>
              <a:sym typeface="Arial"/>
            </a:endParaRPr>
          </a:p>
        </p:txBody>
      </p:sp>
      <p:sp>
        <p:nvSpPr>
          <p:cNvPr id="152" name="Google Shape;152;p4"/>
          <p:cNvSpPr txBox="1"/>
          <p:nvPr/>
        </p:nvSpPr>
        <p:spPr>
          <a:xfrm>
            <a:off x="-11668" y="3526403"/>
            <a:ext cx="7560000" cy="552600"/>
          </a:xfrm>
          <a:prstGeom prst="rect">
            <a:avLst/>
          </a:prstGeom>
          <a:noFill/>
          <a:ln>
            <a:noFill/>
          </a:ln>
        </p:spPr>
        <p:txBody>
          <a:bodyPr anchorCtr="0" anchor="t" bIns="45700" lIns="91425" spcFirstLastPara="1" rIns="91425" wrap="square" tIns="45700">
            <a:noAutofit/>
          </a:bodyPr>
          <a:lstStyle/>
          <a:p>
            <a:pPr indent="0" lvl="0" marL="0" marR="0" rtl="1" algn="r">
              <a:lnSpc>
                <a:spcPct val="90000"/>
              </a:lnSpc>
              <a:spcBef>
                <a:spcPts val="0"/>
              </a:spcBef>
              <a:spcAft>
                <a:spcPts val="0"/>
              </a:spcAft>
              <a:buClr>
                <a:schemeClr val="dk1"/>
              </a:buClr>
              <a:buSzPts val="2800"/>
              <a:buFont typeface="Arial"/>
              <a:buNone/>
            </a:pPr>
            <a:r>
              <a:rPr b="1" i="0" lang="iw" sz="2800" u="sng" cap="none" strike="noStrike">
                <a:solidFill>
                  <a:schemeClr val="dk1"/>
                </a:solidFill>
                <a:latin typeface="Aharoni"/>
                <a:ea typeface="Aharoni"/>
                <a:cs typeface="Aharoni"/>
                <a:sym typeface="Aharoni"/>
              </a:rPr>
              <a:t>إرشادات السلامة العامة</a:t>
            </a:r>
            <a:endParaRPr b="0" i="0" sz="1400" u="none" cap="none" strike="noStrike">
              <a:solidFill>
                <a:srgbClr val="000000"/>
              </a:solidFill>
              <a:latin typeface="Arial"/>
              <a:ea typeface="Arial"/>
              <a:cs typeface="Arial"/>
              <a:sym typeface="Arial"/>
            </a:endParaRPr>
          </a:p>
        </p:txBody>
      </p:sp>
      <p:graphicFrame>
        <p:nvGraphicFramePr>
          <p:cNvPr id="153" name="Google Shape;153;p4"/>
          <p:cNvGraphicFramePr/>
          <p:nvPr/>
        </p:nvGraphicFramePr>
        <p:xfrm>
          <a:off x="157788" y="4438747"/>
          <a:ext cx="3000000" cy="3000000"/>
        </p:xfrm>
        <a:graphic>
          <a:graphicData uri="http://schemas.openxmlformats.org/drawingml/2006/table">
            <a:tbl>
              <a:tblPr bandRow="1" firstCol="1" firstRow="1">
                <a:noFill/>
                <a:tableStyleId>{F7DED320-BF34-43EF-AB3C-F1A0F038D450}</a:tableStyleId>
              </a:tblPr>
              <a:tblGrid>
                <a:gridCol w="3605650"/>
                <a:gridCol w="3638450"/>
              </a:tblGrid>
              <a:tr h="129450">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يفعل</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1" algn="ctr">
                        <a:lnSpc>
                          <a:spcPct val="107000"/>
                        </a:lnSpc>
                        <a:spcBef>
                          <a:spcPts val="0"/>
                        </a:spcBef>
                        <a:spcAft>
                          <a:spcPts val="0"/>
                        </a:spcAft>
                        <a:buClr>
                          <a:srgbClr val="000000"/>
                        </a:buClr>
                        <a:buSzPts val="1039"/>
                        <a:buFont typeface="Arial"/>
                        <a:buNone/>
                      </a:pPr>
                      <a:r>
                        <a:rPr lang="iw" sz="1039" u="none" cap="none" strike="noStrike">
                          <a:latin typeface="Aharoni"/>
                          <a:ea typeface="Aharoni"/>
                          <a:cs typeface="Aharoni"/>
                          <a:sym typeface="Aharoni"/>
                        </a:rPr>
                        <a:t>لا</a:t>
                      </a:r>
                      <a:endParaRPr sz="1039" u="none" cap="none" strike="noStrike">
                        <a:solidFill>
                          <a:schemeClr val="dk1"/>
                        </a:solidFill>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81825">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ادخل الموقع من المداخل المخصصة، واحذر من المعدات الهندسية.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اتبع إرشادات التحذير في الموقع.</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رفع المعدات والمواد قريبة من الجسم، ولا يزيد وزنها عن ٢٥ كجم.</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ابدأ الرفع بثني ركبتيك، واستعن بعامل إضافي.</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غطِّ الفتحات والحفر لمنع سقوط العمال.</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أبلغ عن أي عيب أو خطر أو حادث خطير إلى إدارة السلامة والصحة المهنية.</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استشر مشرف السلامة في إدارة السلامة والصحة المهنية بشأن أي عمل غير واضح لك.</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ابقَ في الموقع طالما كان هناك مشرف عمال.</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لا تُنفِّذ العمل فوق أو أسفل عمال آخرين.</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في حال الحاجة إلى الإسعافات الأولية، اتصل برئيس العمال.</a:t>
                      </a:r>
                      <a:endParaRPr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lang="iw" sz="1039" u="none" cap="none" strike="noStrike">
                          <a:latin typeface="Aharoni"/>
                          <a:ea typeface="Aharoni"/>
                          <a:cs typeface="Aharoni"/>
                          <a:sym typeface="Aharoni"/>
                        </a:rPr>
                        <a:t>تأكد من وجود إضاءة كافية لأداء العمل بأمان.</a:t>
                      </a:r>
                      <a:endParaRPr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لا تستخدم الهاتف أثناء المشي أو أداء مهمة.</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لا تُصلح/تُشغّل معدات غير مُعتاد عليها.</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لا تُقدِم عمدًا على أي عمل قد يُسبب ضررًا لك أو للآخرين.</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لا تستخدم معدات لا تعمل بشكل صحيح أو غير مُناسبة للمهمة.</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لا تُفكّك درابزينًا/سياجًا دون إذن من رئيس العمال.</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لا ترمِ المواد/المعدات. يجب إنزالها بطريقة مُتحكّم فيها.</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لا تقفز/تتسلّق فوق سقالة أو سُلّم.</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لا تُحمّل أكثر من الوزن المُسموح به.</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لا تعمل في مكان يُعرّضك لخطر السقوط ولا توجد فيه وسائل للوقاية منه.</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لا تُنفّذ العمل إذا لم يكن واضحًا لك من منظور مهني وسلامة.</a:t>
                      </a:r>
                      <a:endParaRPr b="1" sz="1039" u="none" cap="none" strike="noStrike">
                        <a:latin typeface="Aharoni"/>
                        <a:ea typeface="Aharoni"/>
                        <a:cs typeface="Aharoni"/>
                        <a:sym typeface="Aharoni"/>
                      </a:endParaRPr>
                    </a:p>
                    <a:p>
                      <a:pPr indent="-290399" lvl="0" marL="290399" marR="0" rtl="1" algn="r">
                        <a:lnSpc>
                          <a:spcPct val="107000"/>
                        </a:lnSpc>
                        <a:spcBef>
                          <a:spcPts val="0"/>
                        </a:spcBef>
                        <a:spcAft>
                          <a:spcPts val="0"/>
                        </a:spcAft>
                        <a:buClr>
                          <a:schemeClr val="dk1"/>
                        </a:buClr>
                        <a:buSzPts val="1039"/>
                        <a:buFont typeface="Noto Sans Symbols"/>
                        <a:buChar char="∙"/>
                      </a:pPr>
                      <a:r>
                        <a:rPr b="1" lang="iw" sz="1039" u="none" cap="none" strike="noStrike">
                          <a:latin typeface="Aharoni"/>
                          <a:ea typeface="Aharoni"/>
                          <a:cs typeface="Aharoni"/>
                          <a:sym typeface="Aharoni"/>
                        </a:rPr>
                        <a:t>لا تُنفّذ العمل بمفردك.</a:t>
                      </a:r>
                      <a:endParaRPr b="1" sz="1039" u="none" cap="none" strike="noStrike">
                        <a:latin typeface="Aharoni"/>
                        <a:ea typeface="Aharoni"/>
                        <a:cs typeface="Aharoni"/>
                        <a:sym typeface="Aharoni"/>
                      </a:endParaRPr>
                    </a:p>
                  </a:txBody>
                  <a:tcPr marT="0" marB="0" marR="71900" marL="71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54" name="Google Shape;154;p4"/>
          <p:cNvPicPr preferRelativeResize="0"/>
          <p:nvPr/>
        </p:nvPicPr>
        <p:blipFill rotWithShape="1">
          <a:blip r:embed="rId3">
            <a:alphaModFix/>
          </a:blip>
          <a:srcRect b="0" l="0" r="0" t="0"/>
          <a:stretch/>
        </p:blipFill>
        <p:spPr>
          <a:xfrm>
            <a:off x="301242" y="1305171"/>
            <a:ext cx="863885" cy="508077"/>
          </a:xfrm>
          <a:prstGeom prst="rect">
            <a:avLst/>
          </a:prstGeom>
          <a:noFill/>
          <a:ln>
            <a:noFill/>
          </a:ln>
        </p:spPr>
      </p:pic>
      <p:pic>
        <p:nvPicPr>
          <p:cNvPr id="155" name="Google Shape;155;p4"/>
          <p:cNvPicPr preferRelativeResize="0"/>
          <p:nvPr/>
        </p:nvPicPr>
        <p:blipFill rotWithShape="1">
          <a:blip r:embed="rId4">
            <a:alphaModFix/>
          </a:blip>
          <a:srcRect b="0" l="0" r="0" t="0"/>
          <a:stretch/>
        </p:blipFill>
        <p:spPr>
          <a:xfrm>
            <a:off x="197781" y="3478812"/>
            <a:ext cx="1934691" cy="552600"/>
          </a:xfrm>
          <a:prstGeom prst="rect">
            <a:avLst/>
          </a:prstGeom>
          <a:noFill/>
          <a:ln>
            <a:noFill/>
          </a:ln>
        </p:spPr>
      </p:pic>
      <p:sp>
        <p:nvSpPr>
          <p:cNvPr id="156" name="Google Shape;156;p4"/>
          <p:cNvSpPr txBox="1"/>
          <p:nvPr>
            <p:ph idx="11" type="ftr"/>
          </p:nvPr>
        </p:nvSpPr>
        <p:spPr>
          <a:xfrm>
            <a:off x="2504251" y="9909903"/>
            <a:ext cx="2551500" cy="569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iw"/>
              <a:t>تعليمات سلامة الموظفين</a:t>
            </a:r>
            <a:endParaRPr/>
          </a:p>
        </p:txBody>
      </p:sp>
      <p:pic>
        <p:nvPicPr>
          <p:cNvPr id="157" name="Google Shape;157;p4"/>
          <p:cNvPicPr preferRelativeResize="0"/>
          <p:nvPr/>
        </p:nvPicPr>
        <p:blipFill rotWithShape="1">
          <a:blip r:embed="rId5">
            <a:alphaModFix/>
          </a:blip>
          <a:srcRect b="0" l="0" r="0" t="0"/>
          <a:stretch/>
        </p:blipFill>
        <p:spPr>
          <a:xfrm>
            <a:off x="54123" y="0"/>
            <a:ext cx="976391" cy="9083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ערכת נושא Office">
  <a:themeElements>
    <a:clrScheme name="ערכת נושא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Mark Bazanov</dc:creator>
</cp:coreProperties>
</file>