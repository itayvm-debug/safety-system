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Lst>
  <p:sldSz cy="12192000" cx="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840">
          <p15:clr>
            <a:srgbClr val="A4A3A4"/>
          </p15:clr>
        </p15:guide>
        <p15:guide id="2" pos="2160">
          <p15:clr>
            <a:srgbClr val="A4A3A4"/>
          </p15:clr>
        </p15:guide>
      </p15:sldGuideLst>
    </p:ext>
    <p:ext uri="GoogleSlidesCustomDataVersion2">
      <go:slidesCustomData xmlns:go="http://customooxmlschemas.google.com/" r:id="rId11" roundtripDataSignature="AMtx7mgYGP4rMCbjZ4MejmSR4zKf9qKWC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B6D6766-C3E4-4BB9-BE31-83216EC31A9B}">
  <a:tblStyle styleId="{FB6D6766-C3E4-4BB9-BE31-83216EC31A9B}" styleName="Table_0">
    <a:wholeTbl>
      <a:tcTxStyle b="off" i="off">
        <a:font>
          <a:latin typeface="Calibri"/>
          <a:ea typeface="Calibri"/>
          <a:cs typeface="Calibri"/>
        </a:font>
        <a:schemeClr val="dk1"/>
      </a:tcTxStyle>
      <a:tcStyle>
        <a:tcBdr>
          <a:left>
            <a:ln cap="flat" cmpd="sng" w="12700">
              <a:solidFill>
                <a:schemeClr val="accent4"/>
              </a:solidFill>
              <a:prstDash val="solid"/>
              <a:round/>
              <a:headEnd len="sm" w="sm" type="none"/>
              <a:tailEnd len="sm" w="sm" type="none"/>
            </a:ln>
          </a:left>
          <a:right>
            <a:ln cap="flat" cmpd="sng" w="12700">
              <a:solidFill>
                <a:schemeClr val="accent4"/>
              </a:solidFill>
              <a:prstDash val="solid"/>
              <a:round/>
              <a:headEnd len="sm" w="sm" type="none"/>
              <a:tailEnd len="sm" w="sm" type="none"/>
            </a:ln>
          </a:right>
          <a:top>
            <a:ln cap="flat" cmpd="sng" w="12700">
              <a:solidFill>
                <a:schemeClr val="accent4"/>
              </a:solidFill>
              <a:prstDash val="solid"/>
              <a:round/>
              <a:headEnd len="sm" w="sm" type="none"/>
              <a:tailEnd len="sm" w="sm" type="none"/>
            </a:ln>
          </a:top>
          <a:bottom>
            <a:ln cap="flat" cmpd="sng" w="12700">
              <a:solidFill>
                <a:schemeClr val="accent4"/>
              </a:solidFill>
              <a:prstDash val="solid"/>
              <a:round/>
              <a:headEnd len="sm" w="sm" type="none"/>
              <a:tailEnd len="sm" w="sm" type="none"/>
            </a:ln>
          </a:bottom>
          <a:insideH>
            <a:ln cap="flat" cmpd="sng" w="12700">
              <a:solidFill>
                <a:schemeClr val="accent4"/>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chemeClr val="lt1"/>
          </a:solidFill>
        </a:fill>
      </a:tcStyle>
    </a:wholeTbl>
    <a:band1H>
      <a:tcTxStyle/>
      <a:tcStyle>
        <a:fill>
          <a:solidFill>
            <a:srgbClr val="FFF4E6"/>
          </a:solidFill>
        </a:fill>
      </a:tcStyle>
    </a:band1H>
    <a:band2H>
      <a:tcTxStyle/>
    </a:band2H>
    <a:band1V>
      <a:tcTxStyle/>
      <a:tcStyle>
        <a:fill>
          <a:solidFill>
            <a:srgbClr val="FFF4E6"/>
          </a:solidFill>
        </a:fill>
      </a:tcStyle>
    </a:band1V>
    <a:band2V>
      <a:tcTxStyle/>
    </a:band2V>
    <a:lastCol>
      <a:tcTxStyle b="on" i="off"/>
    </a:lastCol>
    <a:firstCol>
      <a:tcTxStyle b="on" i="off"/>
    </a:firstCol>
    <a:lastRow>
      <a:tcTxStyle b="on" i="off"/>
      <a:tcStyle>
        <a:tcBdr>
          <a:top>
            <a:ln cap="flat" cmpd="sng" w="50800">
              <a:solidFill>
                <a:schemeClr val="accent4"/>
              </a:solidFill>
              <a:prstDash val="solid"/>
              <a:round/>
              <a:headEnd len="sm" w="sm" type="none"/>
              <a:tailEnd len="sm" w="sm" type="none"/>
            </a:ln>
          </a:top>
        </a:tcBdr>
        <a:fill>
          <a:solidFill>
            <a:schemeClr val="lt1"/>
          </a:solidFill>
        </a:fill>
      </a:tcStyle>
    </a:lastRow>
    <a:seCell>
      <a:tcTxStyle/>
    </a:seCell>
    <a:swCell>
      <a:tcTxStyle/>
    </a:swCell>
    <a:firstRow>
      <a:tcTxStyle b="on" i="off">
        <a:font>
          <a:latin typeface="Calibri"/>
          <a:ea typeface="Calibri"/>
          <a:cs typeface="Calibri"/>
        </a:font>
        <a:schemeClr val="lt1"/>
      </a:tcTxStyle>
      <a:tcStyle>
        <a:fill>
          <a:solidFill>
            <a:schemeClr val="accent4"/>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840" orient="horz"/>
        <p:guide pos="216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11" Type="http://customschemas.google.com/relationships/presentationmetadata" Target="metadata"/><Relationship Id="rId10" Type="http://schemas.openxmlformats.org/officeDocument/2006/relationships/slide" Target="slides/slide4.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3886200"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1588"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560638" y="1143000"/>
            <a:ext cx="17367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1"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1" algn="r">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1" algn="r">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1" algn="r">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1" algn="r">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1" algn="r">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1" algn="r">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1" algn="r">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1" algn="r">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3886200" y="8685213"/>
            <a:ext cx="2971800" cy="458787"/>
          </a:xfrm>
          <a:prstGeom prst="rect">
            <a:avLst/>
          </a:prstGeom>
          <a:noFill/>
          <a:ln>
            <a:noFill/>
          </a:ln>
        </p:spPr>
        <p:txBody>
          <a:bodyPr anchorCtr="0" anchor="b"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1588"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iw-IL"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2560638" y="1143000"/>
            <a:ext cx="173672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 name="Google Shape;107;p2:notes"/>
          <p:cNvSpPr/>
          <p:nvPr>
            <p:ph idx="2" type="sldImg"/>
          </p:nvPr>
        </p:nvSpPr>
        <p:spPr>
          <a:xfrm>
            <a:off x="2560638" y="1143000"/>
            <a:ext cx="173672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p3:notes"/>
          <p:cNvSpPr/>
          <p:nvPr>
            <p:ph idx="2" type="sldImg"/>
          </p:nvPr>
        </p:nvSpPr>
        <p:spPr>
          <a:xfrm>
            <a:off x="2560638" y="1143000"/>
            <a:ext cx="173672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p4:notes"/>
          <p:cNvSpPr/>
          <p:nvPr>
            <p:ph idx="2" type="sldImg"/>
          </p:nvPr>
        </p:nvSpPr>
        <p:spPr>
          <a:xfrm>
            <a:off x="2560638" y="1143000"/>
            <a:ext cx="173672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כותרת ותוכן" type="obj">
  <p:cSld name="OBJECT">
    <p:spTree>
      <p:nvGrpSpPr>
        <p:cNvPr id="15" name="Shape 15"/>
        <p:cNvGrpSpPr/>
        <p:nvPr/>
      </p:nvGrpSpPr>
      <p:grpSpPr>
        <a:xfrm>
          <a:off x="0" y="0"/>
          <a:ext cx="0" cy="0"/>
          <a:chOff x="0" y="0"/>
          <a:chExt cx="0" cy="0"/>
        </a:xfrm>
      </p:grpSpPr>
      <p:sp>
        <p:nvSpPr>
          <p:cNvPr id="16" name="Google Shape;16;p7"/>
          <p:cNvSpPr txBox="1"/>
          <p:nvPr>
            <p:ph type="title"/>
          </p:nvPr>
        </p:nvSpPr>
        <p:spPr>
          <a:xfrm>
            <a:off x="471488" y="649114"/>
            <a:ext cx="5915025" cy="2356556"/>
          </a:xfrm>
          <a:prstGeom prst="rect">
            <a:avLst/>
          </a:prstGeom>
          <a:noFill/>
          <a:ln>
            <a:noFill/>
          </a:ln>
        </p:spPr>
        <p:txBody>
          <a:bodyPr anchorCtr="0" anchor="ctr" bIns="45700" lIns="91425" spcFirstLastPara="1" rIns="91425" wrap="square" tIns="45700">
            <a:normAutofit/>
          </a:bodyPr>
          <a:lstStyle>
            <a:lvl1pPr lvl="0" rtl="1"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7"/>
          <p:cNvSpPr txBox="1"/>
          <p:nvPr>
            <p:ph idx="1" type="body"/>
          </p:nvPr>
        </p:nvSpPr>
        <p:spPr>
          <a:xfrm>
            <a:off x="471488" y="3245556"/>
            <a:ext cx="5915025" cy="7735712"/>
          </a:xfrm>
          <a:prstGeom prst="rect">
            <a:avLst/>
          </a:prstGeom>
          <a:noFill/>
          <a:ln>
            <a:noFill/>
          </a:ln>
        </p:spPr>
        <p:txBody>
          <a:bodyPr anchorCtr="0" anchor="t" bIns="45700" lIns="91425" spcFirstLastPara="1" rIns="91425" wrap="square" tIns="45700">
            <a:normAutofit/>
          </a:bodyPr>
          <a:lstStyle>
            <a:lvl1pPr indent="-342900" lvl="0" marL="457200" rtl="1" algn="r">
              <a:lnSpc>
                <a:spcPct val="90000"/>
              </a:lnSpc>
              <a:spcBef>
                <a:spcPts val="750"/>
              </a:spcBef>
              <a:spcAft>
                <a:spcPts val="0"/>
              </a:spcAft>
              <a:buClr>
                <a:schemeClr val="dk1"/>
              </a:buClr>
              <a:buSzPts val="1800"/>
              <a:buChar char="•"/>
              <a:defRPr/>
            </a:lvl1pPr>
            <a:lvl2pPr indent="-342900" lvl="1" marL="914400" rtl="1" algn="r">
              <a:lnSpc>
                <a:spcPct val="90000"/>
              </a:lnSpc>
              <a:spcBef>
                <a:spcPts val="375"/>
              </a:spcBef>
              <a:spcAft>
                <a:spcPts val="0"/>
              </a:spcAft>
              <a:buClr>
                <a:schemeClr val="dk1"/>
              </a:buClr>
              <a:buSzPts val="1800"/>
              <a:buChar char="•"/>
              <a:defRPr/>
            </a:lvl2pPr>
            <a:lvl3pPr indent="-342900" lvl="2" marL="1371600" rtl="1" algn="r">
              <a:lnSpc>
                <a:spcPct val="90000"/>
              </a:lnSpc>
              <a:spcBef>
                <a:spcPts val="375"/>
              </a:spcBef>
              <a:spcAft>
                <a:spcPts val="0"/>
              </a:spcAft>
              <a:buClr>
                <a:schemeClr val="dk1"/>
              </a:buClr>
              <a:buSzPts val="1800"/>
              <a:buChar char="•"/>
              <a:defRPr/>
            </a:lvl3pPr>
            <a:lvl4pPr indent="-342900" lvl="3" marL="1828800" rtl="1" algn="r">
              <a:lnSpc>
                <a:spcPct val="90000"/>
              </a:lnSpc>
              <a:spcBef>
                <a:spcPts val="375"/>
              </a:spcBef>
              <a:spcAft>
                <a:spcPts val="0"/>
              </a:spcAft>
              <a:buClr>
                <a:schemeClr val="dk1"/>
              </a:buClr>
              <a:buSzPts val="1800"/>
              <a:buChar char="•"/>
              <a:defRPr/>
            </a:lvl4pPr>
            <a:lvl5pPr indent="-342900" lvl="4" marL="2286000" rtl="1" algn="r">
              <a:lnSpc>
                <a:spcPct val="90000"/>
              </a:lnSpc>
              <a:spcBef>
                <a:spcPts val="375"/>
              </a:spcBef>
              <a:spcAft>
                <a:spcPts val="0"/>
              </a:spcAft>
              <a:buClr>
                <a:schemeClr val="dk1"/>
              </a:buClr>
              <a:buSzPts val="1800"/>
              <a:buChar char="•"/>
              <a:defRPr/>
            </a:lvl5pPr>
            <a:lvl6pPr indent="-342900" lvl="5" marL="2743200" rtl="1" algn="r">
              <a:lnSpc>
                <a:spcPct val="90000"/>
              </a:lnSpc>
              <a:spcBef>
                <a:spcPts val="375"/>
              </a:spcBef>
              <a:spcAft>
                <a:spcPts val="0"/>
              </a:spcAft>
              <a:buClr>
                <a:schemeClr val="dk1"/>
              </a:buClr>
              <a:buSzPts val="1800"/>
              <a:buChar char="•"/>
              <a:defRPr/>
            </a:lvl6pPr>
            <a:lvl7pPr indent="-342900" lvl="6" marL="3200400" rtl="1" algn="r">
              <a:lnSpc>
                <a:spcPct val="90000"/>
              </a:lnSpc>
              <a:spcBef>
                <a:spcPts val="375"/>
              </a:spcBef>
              <a:spcAft>
                <a:spcPts val="0"/>
              </a:spcAft>
              <a:buClr>
                <a:schemeClr val="dk1"/>
              </a:buClr>
              <a:buSzPts val="1800"/>
              <a:buChar char="•"/>
              <a:defRPr/>
            </a:lvl7pPr>
            <a:lvl8pPr indent="-342900" lvl="7" marL="3657600" rtl="1" algn="r">
              <a:lnSpc>
                <a:spcPct val="90000"/>
              </a:lnSpc>
              <a:spcBef>
                <a:spcPts val="375"/>
              </a:spcBef>
              <a:spcAft>
                <a:spcPts val="0"/>
              </a:spcAft>
              <a:buClr>
                <a:schemeClr val="dk1"/>
              </a:buClr>
              <a:buSzPts val="1800"/>
              <a:buChar char="•"/>
              <a:defRPr/>
            </a:lvl8pPr>
            <a:lvl9pPr indent="-342900" lvl="8" marL="4114800" rtl="1" algn="r">
              <a:lnSpc>
                <a:spcPct val="90000"/>
              </a:lnSpc>
              <a:spcBef>
                <a:spcPts val="375"/>
              </a:spcBef>
              <a:spcAft>
                <a:spcPts val="0"/>
              </a:spcAft>
              <a:buClr>
                <a:schemeClr val="dk1"/>
              </a:buClr>
              <a:buSzPts val="1800"/>
              <a:buChar char="•"/>
              <a:defRPr/>
            </a:lvl9pPr>
          </a:lstStyle>
          <a:p/>
        </p:txBody>
      </p:sp>
      <p:sp>
        <p:nvSpPr>
          <p:cNvPr id="18" name="Google Shape;18;p7"/>
          <p:cNvSpPr txBox="1"/>
          <p:nvPr>
            <p:ph idx="10" type="dt"/>
          </p:nvPr>
        </p:nvSpPr>
        <p:spPr>
          <a:xfrm>
            <a:off x="471488" y="11300181"/>
            <a:ext cx="1543050" cy="64911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7"/>
          <p:cNvSpPr txBox="1"/>
          <p:nvPr>
            <p:ph idx="11" type="ftr"/>
          </p:nvPr>
        </p:nvSpPr>
        <p:spPr>
          <a:xfrm>
            <a:off x="2271713" y="11300181"/>
            <a:ext cx="2314575" cy="649111"/>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7"/>
          <p:cNvSpPr txBox="1"/>
          <p:nvPr>
            <p:ph idx="12" type="sldNum"/>
          </p:nvPr>
        </p:nvSpPr>
        <p:spPr>
          <a:xfrm>
            <a:off x="4843463" y="11300181"/>
            <a:ext cx="1543050" cy="649111"/>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שקופית כותרת" type="title">
  <p:cSld name="TITLE">
    <p:spTree>
      <p:nvGrpSpPr>
        <p:cNvPr id="21" name="Shape 21"/>
        <p:cNvGrpSpPr/>
        <p:nvPr/>
      </p:nvGrpSpPr>
      <p:grpSpPr>
        <a:xfrm>
          <a:off x="0" y="0"/>
          <a:ext cx="0" cy="0"/>
          <a:chOff x="0" y="0"/>
          <a:chExt cx="0" cy="0"/>
        </a:xfrm>
      </p:grpSpPr>
      <p:sp>
        <p:nvSpPr>
          <p:cNvPr id="22" name="Google Shape;22;p8"/>
          <p:cNvSpPr txBox="1"/>
          <p:nvPr>
            <p:ph type="ctrTitle"/>
          </p:nvPr>
        </p:nvSpPr>
        <p:spPr>
          <a:xfrm>
            <a:off x="514350" y="1995312"/>
            <a:ext cx="5829300" cy="4244622"/>
          </a:xfrm>
          <a:prstGeom prst="rect">
            <a:avLst/>
          </a:prstGeom>
          <a:noFill/>
          <a:ln>
            <a:noFill/>
          </a:ln>
        </p:spPr>
        <p:txBody>
          <a:bodyPr anchorCtr="0" anchor="b" bIns="45700" lIns="91425" spcFirstLastPara="1" rIns="91425" wrap="square" tIns="45700">
            <a:normAutofit/>
          </a:bodyPr>
          <a:lstStyle>
            <a:lvl1pPr lvl="0" rtl="1"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8"/>
          <p:cNvSpPr txBox="1"/>
          <p:nvPr>
            <p:ph idx="1" type="subTitle"/>
          </p:nvPr>
        </p:nvSpPr>
        <p:spPr>
          <a:xfrm>
            <a:off x="857250" y="6403623"/>
            <a:ext cx="5143500" cy="2943577"/>
          </a:xfrm>
          <a:prstGeom prst="rect">
            <a:avLst/>
          </a:prstGeom>
          <a:noFill/>
          <a:ln>
            <a:noFill/>
          </a:ln>
        </p:spPr>
        <p:txBody>
          <a:bodyPr anchorCtr="0" anchor="t" bIns="45700" lIns="91425" spcFirstLastPara="1" rIns="91425" wrap="square" tIns="45700">
            <a:normAutofit/>
          </a:bodyPr>
          <a:lstStyle>
            <a:lvl1pPr lvl="0" rtl="1" algn="ctr">
              <a:lnSpc>
                <a:spcPct val="90000"/>
              </a:lnSpc>
              <a:spcBef>
                <a:spcPts val="750"/>
              </a:spcBef>
              <a:spcAft>
                <a:spcPts val="0"/>
              </a:spcAft>
              <a:buClr>
                <a:schemeClr val="dk1"/>
              </a:buClr>
              <a:buSzPts val="1800"/>
              <a:buNone/>
              <a:defRPr sz="1800"/>
            </a:lvl1pPr>
            <a:lvl2pPr lvl="1" rtl="1" algn="ctr">
              <a:lnSpc>
                <a:spcPct val="90000"/>
              </a:lnSpc>
              <a:spcBef>
                <a:spcPts val="375"/>
              </a:spcBef>
              <a:spcAft>
                <a:spcPts val="0"/>
              </a:spcAft>
              <a:buClr>
                <a:schemeClr val="dk1"/>
              </a:buClr>
              <a:buSzPts val="1500"/>
              <a:buNone/>
              <a:defRPr sz="1500"/>
            </a:lvl2pPr>
            <a:lvl3pPr lvl="2" rtl="1" algn="ctr">
              <a:lnSpc>
                <a:spcPct val="90000"/>
              </a:lnSpc>
              <a:spcBef>
                <a:spcPts val="375"/>
              </a:spcBef>
              <a:spcAft>
                <a:spcPts val="0"/>
              </a:spcAft>
              <a:buClr>
                <a:schemeClr val="dk1"/>
              </a:buClr>
              <a:buSzPts val="1350"/>
              <a:buNone/>
              <a:defRPr sz="1350"/>
            </a:lvl3pPr>
            <a:lvl4pPr lvl="3" rtl="1" algn="ctr">
              <a:lnSpc>
                <a:spcPct val="90000"/>
              </a:lnSpc>
              <a:spcBef>
                <a:spcPts val="375"/>
              </a:spcBef>
              <a:spcAft>
                <a:spcPts val="0"/>
              </a:spcAft>
              <a:buClr>
                <a:schemeClr val="dk1"/>
              </a:buClr>
              <a:buSzPts val="1200"/>
              <a:buNone/>
              <a:defRPr sz="1200"/>
            </a:lvl4pPr>
            <a:lvl5pPr lvl="4" rtl="1" algn="ctr">
              <a:lnSpc>
                <a:spcPct val="90000"/>
              </a:lnSpc>
              <a:spcBef>
                <a:spcPts val="375"/>
              </a:spcBef>
              <a:spcAft>
                <a:spcPts val="0"/>
              </a:spcAft>
              <a:buClr>
                <a:schemeClr val="dk1"/>
              </a:buClr>
              <a:buSzPts val="1200"/>
              <a:buNone/>
              <a:defRPr sz="1200"/>
            </a:lvl5pPr>
            <a:lvl6pPr lvl="5" rtl="1" algn="ctr">
              <a:lnSpc>
                <a:spcPct val="90000"/>
              </a:lnSpc>
              <a:spcBef>
                <a:spcPts val="375"/>
              </a:spcBef>
              <a:spcAft>
                <a:spcPts val="0"/>
              </a:spcAft>
              <a:buClr>
                <a:schemeClr val="dk1"/>
              </a:buClr>
              <a:buSzPts val="1200"/>
              <a:buNone/>
              <a:defRPr sz="1200"/>
            </a:lvl6pPr>
            <a:lvl7pPr lvl="6" rtl="1" algn="ctr">
              <a:lnSpc>
                <a:spcPct val="90000"/>
              </a:lnSpc>
              <a:spcBef>
                <a:spcPts val="375"/>
              </a:spcBef>
              <a:spcAft>
                <a:spcPts val="0"/>
              </a:spcAft>
              <a:buClr>
                <a:schemeClr val="dk1"/>
              </a:buClr>
              <a:buSzPts val="1200"/>
              <a:buNone/>
              <a:defRPr sz="1200"/>
            </a:lvl7pPr>
            <a:lvl8pPr lvl="7" rtl="1" algn="ctr">
              <a:lnSpc>
                <a:spcPct val="90000"/>
              </a:lnSpc>
              <a:spcBef>
                <a:spcPts val="375"/>
              </a:spcBef>
              <a:spcAft>
                <a:spcPts val="0"/>
              </a:spcAft>
              <a:buClr>
                <a:schemeClr val="dk1"/>
              </a:buClr>
              <a:buSzPts val="1200"/>
              <a:buNone/>
              <a:defRPr sz="1200"/>
            </a:lvl8pPr>
            <a:lvl9pPr lvl="8" rtl="1" algn="ctr">
              <a:lnSpc>
                <a:spcPct val="90000"/>
              </a:lnSpc>
              <a:spcBef>
                <a:spcPts val="375"/>
              </a:spcBef>
              <a:spcAft>
                <a:spcPts val="0"/>
              </a:spcAft>
              <a:buClr>
                <a:schemeClr val="dk1"/>
              </a:buClr>
              <a:buSzPts val="1200"/>
              <a:buNone/>
              <a:defRPr sz="1200"/>
            </a:lvl9pPr>
          </a:lstStyle>
          <a:p/>
        </p:txBody>
      </p:sp>
      <p:sp>
        <p:nvSpPr>
          <p:cNvPr id="24" name="Google Shape;24;p8"/>
          <p:cNvSpPr txBox="1"/>
          <p:nvPr>
            <p:ph idx="10" type="dt"/>
          </p:nvPr>
        </p:nvSpPr>
        <p:spPr>
          <a:xfrm>
            <a:off x="471488" y="11300181"/>
            <a:ext cx="1543050" cy="64911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8"/>
          <p:cNvSpPr txBox="1"/>
          <p:nvPr>
            <p:ph idx="11" type="ftr"/>
          </p:nvPr>
        </p:nvSpPr>
        <p:spPr>
          <a:xfrm>
            <a:off x="2271713" y="11300181"/>
            <a:ext cx="2314575" cy="649111"/>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8"/>
          <p:cNvSpPr txBox="1"/>
          <p:nvPr>
            <p:ph idx="12" type="sldNum"/>
          </p:nvPr>
        </p:nvSpPr>
        <p:spPr>
          <a:xfrm>
            <a:off x="4843463" y="11300181"/>
            <a:ext cx="1543050" cy="649111"/>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כותרת מקטע עליונה" type="secHead">
  <p:cSld name="SECTION_HEADER">
    <p:spTree>
      <p:nvGrpSpPr>
        <p:cNvPr id="27" name="Shape 27"/>
        <p:cNvGrpSpPr/>
        <p:nvPr/>
      </p:nvGrpSpPr>
      <p:grpSpPr>
        <a:xfrm>
          <a:off x="0" y="0"/>
          <a:ext cx="0" cy="0"/>
          <a:chOff x="0" y="0"/>
          <a:chExt cx="0" cy="0"/>
        </a:xfrm>
      </p:grpSpPr>
      <p:sp>
        <p:nvSpPr>
          <p:cNvPr id="28" name="Google Shape;28;p9"/>
          <p:cNvSpPr txBox="1"/>
          <p:nvPr>
            <p:ph type="title"/>
          </p:nvPr>
        </p:nvSpPr>
        <p:spPr>
          <a:xfrm>
            <a:off x="467916" y="3039537"/>
            <a:ext cx="5915025" cy="5071532"/>
          </a:xfrm>
          <a:prstGeom prst="rect">
            <a:avLst/>
          </a:prstGeom>
          <a:noFill/>
          <a:ln>
            <a:noFill/>
          </a:ln>
        </p:spPr>
        <p:txBody>
          <a:bodyPr anchorCtr="0" anchor="b" bIns="45700" lIns="91425" spcFirstLastPara="1" rIns="91425" wrap="square" tIns="45700">
            <a:normAutofit/>
          </a:bodyPr>
          <a:lstStyle>
            <a:lvl1pPr lvl="0" rtl="1"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9"/>
          <p:cNvSpPr txBox="1"/>
          <p:nvPr>
            <p:ph idx="1" type="body"/>
          </p:nvPr>
        </p:nvSpPr>
        <p:spPr>
          <a:xfrm>
            <a:off x="467916" y="8159048"/>
            <a:ext cx="5915025" cy="2666999"/>
          </a:xfrm>
          <a:prstGeom prst="rect">
            <a:avLst/>
          </a:prstGeom>
          <a:noFill/>
          <a:ln>
            <a:noFill/>
          </a:ln>
        </p:spPr>
        <p:txBody>
          <a:bodyPr anchorCtr="0" anchor="t" bIns="45700" lIns="91425" spcFirstLastPara="1" rIns="91425" wrap="square" tIns="45700">
            <a:normAutofit/>
          </a:bodyPr>
          <a:lstStyle>
            <a:lvl1pPr indent="-228600" lvl="0" marL="457200" rtl="1" algn="r">
              <a:lnSpc>
                <a:spcPct val="90000"/>
              </a:lnSpc>
              <a:spcBef>
                <a:spcPts val="750"/>
              </a:spcBef>
              <a:spcAft>
                <a:spcPts val="0"/>
              </a:spcAft>
              <a:buClr>
                <a:schemeClr val="dk1"/>
              </a:buClr>
              <a:buSzPts val="1800"/>
              <a:buNone/>
              <a:defRPr sz="1800">
                <a:solidFill>
                  <a:schemeClr val="dk1"/>
                </a:solidFill>
              </a:defRPr>
            </a:lvl1pPr>
            <a:lvl2pPr indent="-228600" lvl="1" marL="914400" rtl="1" algn="r">
              <a:lnSpc>
                <a:spcPct val="90000"/>
              </a:lnSpc>
              <a:spcBef>
                <a:spcPts val="375"/>
              </a:spcBef>
              <a:spcAft>
                <a:spcPts val="0"/>
              </a:spcAft>
              <a:buClr>
                <a:srgbClr val="888888"/>
              </a:buClr>
              <a:buSzPts val="1500"/>
              <a:buNone/>
              <a:defRPr sz="1500">
                <a:solidFill>
                  <a:srgbClr val="888888"/>
                </a:solidFill>
              </a:defRPr>
            </a:lvl2pPr>
            <a:lvl3pPr indent="-228600" lvl="2" marL="1371600" rtl="1" algn="r">
              <a:lnSpc>
                <a:spcPct val="90000"/>
              </a:lnSpc>
              <a:spcBef>
                <a:spcPts val="375"/>
              </a:spcBef>
              <a:spcAft>
                <a:spcPts val="0"/>
              </a:spcAft>
              <a:buClr>
                <a:srgbClr val="888888"/>
              </a:buClr>
              <a:buSzPts val="1350"/>
              <a:buNone/>
              <a:defRPr sz="1350">
                <a:solidFill>
                  <a:srgbClr val="888888"/>
                </a:solidFill>
              </a:defRPr>
            </a:lvl3pPr>
            <a:lvl4pPr indent="-228600" lvl="3" marL="1828800" rtl="1" algn="r">
              <a:lnSpc>
                <a:spcPct val="90000"/>
              </a:lnSpc>
              <a:spcBef>
                <a:spcPts val="375"/>
              </a:spcBef>
              <a:spcAft>
                <a:spcPts val="0"/>
              </a:spcAft>
              <a:buClr>
                <a:srgbClr val="888888"/>
              </a:buClr>
              <a:buSzPts val="1200"/>
              <a:buNone/>
              <a:defRPr sz="1200">
                <a:solidFill>
                  <a:srgbClr val="888888"/>
                </a:solidFill>
              </a:defRPr>
            </a:lvl4pPr>
            <a:lvl5pPr indent="-228600" lvl="4" marL="2286000" rtl="1" algn="r">
              <a:lnSpc>
                <a:spcPct val="90000"/>
              </a:lnSpc>
              <a:spcBef>
                <a:spcPts val="375"/>
              </a:spcBef>
              <a:spcAft>
                <a:spcPts val="0"/>
              </a:spcAft>
              <a:buClr>
                <a:srgbClr val="888888"/>
              </a:buClr>
              <a:buSzPts val="1200"/>
              <a:buNone/>
              <a:defRPr sz="1200">
                <a:solidFill>
                  <a:srgbClr val="888888"/>
                </a:solidFill>
              </a:defRPr>
            </a:lvl5pPr>
            <a:lvl6pPr indent="-228600" lvl="5" marL="2743200" rtl="1" algn="r">
              <a:lnSpc>
                <a:spcPct val="90000"/>
              </a:lnSpc>
              <a:spcBef>
                <a:spcPts val="375"/>
              </a:spcBef>
              <a:spcAft>
                <a:spcPts val="0"/>
              </a:spcAft>
              <a:buClr>
                <a:srgbClr val="888888"/>
              </a:buClr>
              <a:buSzPts val="1200"/>
              <a:buNone/>
              <a:defRPr sz="1200">
                <a:solidFill>
                  <a:srgbClr val="888888"/>
                </a:solidFill>
              </a:defRPr>
            </a:lvl6pPr>
            <a:lvl7pPr indent="-228600" lvl="6" marL="3200400" rtl="1" algn="r">
              <a:lnSpc>
                <a:spcPct val="90000"/>
              </a:lnSpc>
              <a:spcBef>
                <a:spcPts val="375"/>
              </a:spcBef>
              <a:spcAft>
                <a:spcPts val="0"/>
              </a:spcAft>
              <a:buClr>
                <a:srgbClr val="888888"/>
              </a:buClr>
              <a:buSzPts val="1200"/>
              <a:buNone/>
              <a:defRPr sz="1200">
                <a:solidFill>
                  <a:srgbClr val="888888"/>
                </a:solidFill>
              </a:defRPr>
            </a:lvl7pPr>
            <a:lvl8pPr indent="-228600" lvl="7" marL="3657600" rtl="1" algn="r">
              <a:lnSpc>
                <a:spcPct val="90000"/>
              </a:lnSpc>
              <a:spcBef>
                <a:spcPts val="375"/>
              </a:spcBef>
              <a:spcAft>
                <a:spcPts val="0"/>
              </a:spcAft>
              <a:buClr>
                <a:srgbClr val="888888"/>
              </a:buClr>
              <a:buSzPts val="1200"/>
              <a:buNone/>
              <a:defRPr sz="1200">
                <a:solidFill>
                  <a:srgbClr val="888888"/>
                </a:solidFill>
              </a:defRPr>
            </a:lvl8pPr>
            <a:lvl9pPr indent="-228600" lvl="8" marL="4114800" rtl="1" algn="r">
              <a:lnSpc>
                <a:spcPct val="90000"/>
              </a:lnSpc>
              <a:spcBef>
                <a:spcPts val="375"/>
              </a:spcBef>
              <a:spcAft>
                <a:spcPts val="0"/>
              </a:spcAft>
              <a:buClr>
                <a:srgbClr val="888888"/>
              </a:buClr>
              <a:buSzPts val="1200"/>
              <a:buNone/>
              <a:defRPr sz="1200">
                <a:solidFill>
                  <a:srgbClr val="888888"/>
                </a:solidFill>
              </a:defRPr>
            </a:lvl9pPr>
          </a:lstStyle>
          <a:p/>
        </p:txBody>
      </p:sp>
      <p:sp>
        <p:nvSpPr>
          <p:cNvPr id="30" name="Google Shape;30;p9"/>
          <p:cNvSpPr txBox="1"/>
          <p:nvPr>
            <p:ph idx="10" type="dt"/>
          </p:nvPr>
        </p:nvSpPr>
        <p:spPr>
          <a:xfrm>
            <a:off x="471488" y="11300181"/>
            <a:ext cx="1543050" cy="64911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9"/>
          <p:cNvSpPr txBox="1"/>
          <p:nvPr>
            <p:ph idx="11" type="ftr"/>
          </p:nvPr>
        </p:nvSpPr>
        <p:spPr>
          <a:xfrm>
            <a:off x="2271713" y="11300181"/>
            <a:ext cx="2314575" cy="649111"/>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9"/>
          <p:cNvSpPr txBox="1"/>
          <p:nvPr>
            <p:ph idx="12" type="sldNum"/>
          </p:nvPr>
        </p:nvSpPr>
        <p:spPr>
          <a:xfrm>
            <a:off x="4843463" y="11300181"/>
            <a:ext cx="1543050" cy="649111"/>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שני תכנים" type="twoObj">
  <p:cSld name="TWO_OBJECTS">
    <p:spTree>
      <p:nvGrpSpPr>
        <p:cNvPr id="33" name="Shape 33"/>
        <p:cNvGrpSpPr/>
        <p:nvPr/>
      </p:nvGrpSpPr>
      <p:grpSpPr>
        <a:xfrm>
          <a:off x="0" y="0"/>
          <a:ext cx="0" cy="0"/>
          <a:chOff x="0" y="0"/>
          <a:chExt cx="0" cy="0"/>
        </a:xfrm>
      </p:grpSpPr>
      <p:sp>
        <p:nvSpPr>
          <p:cNvPr id="34" name="Google Shape;34;p10"/>
          <p:cNvSpPr txBox="1"/>
          <p:nvPr>
            <p:ph type="title"/>
          </p:nvPr>
        </p:nvSpPr>
        <p:spPr>
          <a:xfrm>
            <a:off x="471488" y="649114"/>
            <a:ext cx="5915025" cy="2356556"/>
          </a:xfrm>
          <a:prstGeom prst="rect">
            <a:avLst/>
          </a:prstGeom>
          <a:noFill/>
          <a:ln>
            <a:noFill/>
          </a:ln>
        </p:spPr>
        <p:txBody>
          <a:bodyPr anchorCtr="0" anchor="ctr" bIns="45700" lIns="91425" spcFirstLastPara="1" rIns="91425" wrap="square" tIns="45700">
            <a:normAutofit/>
          </a:bodyPr>
          <a:lstStyle>
            <a:lvl1pPr lvl="0" rtl="1"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0"/>
          <p:cNvSpPr txBox="1"/>
          <p:nvPr>
            <p:ph idx="1" type="body"/>
          </p:nvPr>
        </p:nvSpPr>
        <p:spPr>
          <a:xfrm>
            <a:off x="471488" y="3245556"/>
            <a:ext cx="2914650" cy="7735712"/>
          </a:xfrm>
          <a:prstGeom prst="rect">
            <a:avLst/>
          </a:prstGeom>
          <a:noFill/>
          <a:ln>
            <a:noFill/>
          </a:ln>
        </p:spPr>
        <p:txBody>
          <a:bodyPr anchorCtr="0" anchor="t" bIns="45700" lIns="91425" spcFirstLastPara="1" rIns="91425" wrap="square" tIns="45700">
            <a:normAutofit/>
          </a:bodyPr>
          <a:lstStyle>
            <a:lvl1pPr indent="-342900" lvl="0" marL="457200" rtl="1" algn="r">
              <a:lnSpc>
                <a:spcPct val="90000"/>
              </a:lnSpc>
              <a:spcBef>
                <a:spcPts val="750"/>
              </a:spcBef>
              <a:spcAft>
                <a:spcPts val="0"/>
              </a:spcAft>
              <a:buClr>
                <a:schemeClr val="dk1"/>
              </a:buClr>
              <a:buSzPts val="1800"/>
              <a:buChar char="•"/>
              <a:defRPr/>
            </a:lvl1pPr>
            <a:lvl2pPr indent="-342900" lvl="1" marL="914400" rtl="1" algn="r">
              <a:lnSpc>
                <a:spcPct val="90000"/>
              </a:lnSpc>
              <a:spcBef>
                <a:spcPts val="375"/>
              </a:spcBef>
              <a:spcAft>
                <a:spcPts val="0"/>
              </a:spcAft>
              <a:buClr>
                <a:schemeClr val="dk1"/>
              </a:buClr>
              <a:buSzPts val="1800"/>
              <a:buChar char="•"/>
              <a:defRPr/>
            </a:lvl2pPr>
            <a:lvl3pPr indent="-342900" lvl="2" marL="1371600" rtl="1" algn="r">
              <a:lnSpc>
                <a:spcPct val="90000"/>
              </a:lnSpc>
              <a:spcBef>
                <a:spcPts val="375"/>
              </a:spcBef>
              <a:spcAft>
                <a:spcPts val="0"/>
              </a:spcAft>
              <a:buClr>
                <a:schemeClr val="dk1"/>
              </a:buClr>
              <a:buSzPts val="1800"/>
              <a:buChar char="•"/>
              <a:defRPr/>
            </a:lvl3pPr>
            <a:lvl4pPr indent="-342900" lvl="3" marL="1828800" rtl="1" algn="r">
              <a:lnSpc>
                <a:spcPct val="90000"/>
              </a:lnSpc>
              <a:spcBef>
                <a:spcPts val="375"/>
              </a:spcBef>
              <a:spcAft>
                <a:spcPts val="0"/>
              </a:spcAft>
              <a:buClr>
                <a:schemeClr val="dk1"/>
              </a:buClr>
              <a:buSzPts val="1800"/>
              <a:buChar char="•"/>
              <a:defRPr/>
            </a:lvl4pPr>
            <a:lvl5pPr indent="-342900" lvl="4" marL="2286000" rtl="1" algn="r">
              <a:lnSpc>
                <a:spcPct val="90000"/>
              </a:lnSpc>
              <a:spcBef>
                <a:spcPts val="375"/>
              </a:spcBef>
              <a:spcAft>
                <a:spcPts val="0"/>
              </a:spcAft>
              <a:buClr>
                <a:schemeClr val="dk1"/>
              </a:buClr>
              <a:buSzPts val="1800"/>
              <a:buChar char="•"/>
              <a:defRPr/>
            </a:lvl5pPr>
            <a:lvl6pPr indent="-342900" lvl="5" marL="2743200" rtl="1" algn="r">
              <a:lnSpc>
                <a:spcPct val="90000"/>
              </a:lnSpc>
              <a:spcBef>
                <a:spcPts val="375"/>
              </a:spcBef>
              <a:spcAft>
                <a:spcPts val="0"/>
              </a:spcAft>
              <a:buClr>
                <a:schemeClr val="dk1"/>
              </a:buClr>
              <a:buSzPts val="1800"/>
              <a:buChar char="•"/>
              <a:defRPr/>
            </a:lvl6pPr>
            <a:lvl7pPr indent="-342900" lvl="6" marL="3200400" rtl="1" algn="r">
              <a:lnSpc>
                <a:spcPct val="90000"/>
              </a:lnSpc>
              <a:spcBef>
                <a:spcPts val="375"/>
              </a:spcBef>
              <a:spcAft>
                <a:spcPts val="0"/>
              </a:spcAft>
              <a:buClr>
                <a:schemeClr val="dk1"/>
              </a:buClr>
              <a:buSzPts val="1800"/>
              <a:buChar char="•"/>
              <a:defRPr/>
            </a:lvl7pPr>
            <a:lvl8pPr indent="-342900" lvl="7" marL="3657600" rtl="1" algn="r">
              <a:lnSpc>
                <a:spcPct val="90000"/>
              </a:lnSpc>
              <a:spcBef>
                <a:spcPts val="375"/>
              </a:spcBef>
              <a:spcAft>
                <a:spcPts val="0"/>
              </a:spcAft>
              <a:buClr>
                <a:schemeClr val="dk1"/>
              </a:buClr>
              <a:buSzPts val="1800"/>
              <a:buChar char="•"/>
              <a:defRPr/>
            </a:lvl8pPr>
            <a:lvl9pPr indent="-342900" lvl="8" marL="4114800" rtl="1" algn="r">
              <a:lnSpc>
                <a:spcPct val="90000"/>
              </a:lnSpc>
              <a:spcBef>
                <a:spcPts val="375"/>
              </a:spcBef>
              <a:spcAft>
                <a:spcPts val="0"/>
              </a:spcAft>
              <a:buClr>
                <a:schemeClr val="dk1"/>
              </a:buClr>
              <a:buSzPts val="1800"/>
              <a:buChar char="•"/>
              <a:defRPr/>
            </a:lvl9pPr>
          </a:lstStyle>
          <a:p/>
        </p:txBody>
      </p:sp>
      <p:sp>
        <p:nvSpPr>
          <p:cNvPr id="36" name="Google Shape;36;p10"/>
          <p:cNvSpPr txBox="1"/>
          <p:nvPr>
            <p:ph idx="2" type="body"/>
          </p:nvPr>
        </p:nvSpPr>
        <p:spPr>
          <a:xfrm>
            <a:off x="3471863" y="3245556"/>
            <a:ext cx="2914650" cy="7735712"/>
          </a:xfrm>
          <a:prstGeom prst="rect">
            <a:avLst/>
          </a:prstGeom>
          <a:noFill/>
          <a:ln>
            <a:noFill/>
          </a:ln>
        </p:spPr>
        <p:txBody>
          <a:bodyPr anchorCtr="0" anchor="t" bIns="45700" lIns="91425" spcFirstLastPara="1" rIns="91425" wrap="square" tIns="45700">
            <a:normAutofit/>
          </a:bodyPr>
          <a:lstStyle>
            <a:lvl1pPr indent="-342900" lvl="0" marL="457200" rtl="1" algn="r">
              <a:lnSpc>
                <a:spcPct val="90000"/>
              </a:lnSpc>
              <a:spcBef>
                <a:spcPts val="750"/>
              </a:spcBef>
              <a:spcAft>
                <a:spcPts val="0"/>
              </a:spcAft>
              <a:buClr>
                <a:schemeClr val="dk1"/>
              </a:buClr>
              <a:buSzPts val="1800"/>
              <a:buChar char="•"/>
              <a:defRPr/>
            </a:lvl1pPr>
            <a:lvl2pPr indent="-342900" lvl="1" marL="914400" rtl="1" algn="r">
              <a:lnSpc>
                <a:spcPct val="90000"/>
              </a:lnSpc>
              <a:spcBef>
                <a:spcPts val="375"/>
              </a:spcBef>
              <a:spcAft>
                <a:spcPts val="0"/>
              </a:spcAft>
              <a:buClr>
                <a:schemeClr val="dk1"/>
              </a:buClr>
              <a:buSzPts val="1800"/>
              <a:buChar char="•"/>
              <a:defRPr/>
            </a:lvl2pPr>
            <a:lvl3pPr indent="-342900" lvl="2" marL="1371600" rtl="1" algn="r">
              <a:lnSpc>
                <a:spcPct val="90000"/>
              </a:lnSpc>
              <a:spcBef>
                <a:spcPts val="375"/>
              </a:spcBef>
              <a:spcAft>
                <a:spcPts val="0"/>
              </a:spcAft>
              <a:buClr>
                <a:schemeClr val="dk1"/>
              </a:buClr>
              <a:buSzPts val="1800"/>
              <a:buChar char="•"/>
              <a:defRPr/>
            </a:lvl3pPr>
            <a:lvl4pPr indent="-342900" lvl="3" marL="1828800" rtl="1" algn="r">
              <a:lnSpc>
                <a:spcPct val="90000"/>
              </a:lnSpc>
              <a:spcBef>
                <a:spcPts val="375"/>
              </a:spcBef>
              <a:spcAft>
                <a:spcPts val="0"/>
              </a:spcAft>
              <a:buClr>
                <a:schemeClr val="dk1"/>
              </a:buClr>
              <a:buSzPts val="1800"/>
              <a:buChar char="•"/>
              <a:defRPr/>
            </a:lvl4pPr>
            <a:lvl5pPr indent="-342900" lvl="4" marL="2286000" rtl="1" algn="r">
              <a:lnSpc>
                <a:spcPct val="90000"/>
              </a:lnSpc>
              <a:spcBef>
                <a:spcPts val="375"/>
              </a:spcBef>
              <a:spcAft>
                <a:spcPts val="0"/>
              </a:spcAft>
              <a:buClr>
                <a:schemeClr val="dk1"/>
              </a:buClr>
              <a:buSzPts val="1800"/>
              <a:buChar char="•"/>
              <a:defRPr/>
            </a:lvl5pPr>
            <a:lvl6pPr indent="-342900" lvl="5" marL="2743200" rtl="1" algn="r">
              <a:lnSpc>
                <a:spcPct val="90000"/>
              </a:lnSpc>
              <a:spcBef>
                <a:spcPts val="375"/>
              </a:spcBef>
              <a:spcAft>
                <a:spcPts val="0"/>
              </a:spcAft>
              <a:buClr>
                <a:schemeClr val="dk1"/>
              </a:buClr>
              <a:buSzPts val="1800"/>
              <a:buChar char="•"/>
              <a:defRPr/>
            </a:lvl6pPr>
            <a:lvl7pPr indent="-342900" lvl="6" marL="3200400" rtl="1" algn="r">
              <a:lnSpc>
                <a:spcPct val="90000"/>
              </a:lnSpc>
              <a:spcBef>
                <a:spcPts val="375"/>
              </a:spcBef>
              <a:spcAft>
                <a:spcPts val="0"/>
              </a:spcAft>
              <a:buClr>
                <a:schemeClr val="dk1"/>
              </a:buClr>
              <a:buSzPts val="1800"/>
              <a:buChar char="•"/>
              <a:defRPr/>
            </a:lvl7pPr>
            <a:lvl8pPr indent="-342900" lvl="7" marL="3657600" rtl="1" algn="r">
              <a:lnSpc>
                <a:spcPct val="90000"/>
              </a:lnSpc>
              <a:spcBef>
                <a:spcPts val="375"/>
              </a:spcBef>
              <a:spcAft>
                <a:spcPts val="0"/>
              </a:spcAft>
              <a:buClr>
                <a:schemeClr val="dk1"/>
              </a:buClr>
              <a:buSzPts val="1800"/>
              <a:buChar char="•"/>
              <a:defRPr/>
            </a:lvl8pPr>
            <a:lvl9pPr indent="-342900" lvl="8" marL="4114800" rtl="1" algn="r">
              <a:lnSpc>
                <a:spcPct val="90000"/>
              </a:lnSpc>
              <a:spcBef>
                <a:spcPts val="375"/>
              </a:spcBef>
              <a:spcAft>
                <a:spcPts val="0"/>
              </a:spcAft>
              <a:buClr>
                <a:schemeClr val="dk1"/>
              </a:buClr>
              <a:buSzPts val="1800"/>
              <a:buChar char="•"/>
              <a:defRPr/>
            </a:lvl9pPr>
          </a:lstStyle>
          <a:p/>
        </p:txBody>
      </p:sp>
      <p:sp>
        <p:nvSpPr>
          <p:cNvPr id="37" name="Google Shape;37;p10"/>
          <p:cNvSpPr txBox="1"/>
          <p:nvPr>
            <p:ph idx="10" type="dt"/>
          </p:nvPr>
        </p:nvSpPr>
        <p:spPr>
          <a:xfrm>
            <a:off x="471488" y="11300181"/>
            <a:ext cx="1543050" cy="64911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0"/>
          <p:cNvSpPr txBox="1"/>
          <p:nvPr>
            <p:ph idx="11" type="ftr"/>
          </p:nvPr>
        </p:nvSpPr>
        <p:spPr>
          <a:xfrm>
            <a:off x="2271713" y="11300181"/>
            <a:ext cx="2314575" cy="649111"/>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0"/>
          <p:cNvSpPr txBox="1"/>
          <p:nvPr>
            <p:ph idx="12" type="sldNum"/>
          </p:nvPr>
        </p:nvSpPr>
        <p:spPr>
          <a:xfrm>
            <a:off x="4843463" y="11300181"/>
            <a:ext cx="1543050" cy="649111"/>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השוואה" type="twoTxTwoObj">
  <p:cSld name="TWO_OBJECTS_WITH_TEXT">
    <p:spTree>
      <p:nvGrpSpPr>
        <p:cNvPr id="40" name="Shape 40"/>
        <p:cNvGrpSpPr/>
        <p:nvPr/>
      </p:nvGrpSpPr>
      <p:grpSpPr>
        <a:xfrm>
          <a:off x="0" y="0"/>
          <a:ext cx="0" cy="0"/>
          <a:chOff x="0" y="0"/>
          <a:chExt cx="0" cy="0"/>
        </a:xfrm>
      </p:grpSpPr>
      <p:sp>
        <p:nvSpPr>
          <p:cNvPr id="41" name="Google Shape;41;p11"/>
          <p:cNvSpPr txBox="1"/>
          <p:nvPr>
            <p:ph type="title"/>
          </p:nvPr>
        </p:nvSpPr>
        <p:spPr>
          <a:xfrm>
            <a:off x="472381" y="649114"/>
            <a:ext cx="5915025" cy="2356556"/>
          </a:xfrm>
          <a:prstGeom prst="rect">
            <a:avLst/>
          </a:prstGeom>
          <a:noFill/>
          <a:ln>
            <a:noFill/>
          </a:ln>
        </p:spPr>
        <p:txBody>
          <a:bodyPr anchorCtr="0" anchor="ctr" bIns="45700" lIns="91425" spcFirstLastPara="1" rIns="91425" wrap="square" tIns="45700">
            <a:normAutofit/>
          </a:bodyPr>
          <a:lstStyle>
            <a:lvl1pPr lvl="0" rtl="1"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1"/>
          <p:cNvSpPr txBox="1"/>
          <p:nvPr>
            <p:ph idx="1" type="body"/>
          </p:nvPr>
        </p:nvSpPr>
        <p:spPr>
          <a:xfrm>
            <a:off x="472381" y="2988734"/>
            <a:ext cx="2901255" cy="1464732"/>
          </a:xfrm>
          <a:prstGeom prst="rect">
            <a:avLst/>
          </a:prstGeom>
          <a:noFill/>
          <a:ln>
            <a:noFill/>
          </a:ln>
        </p:spPr>
        <p:txBody>
          <a:bodyPr anchorCtr="0" anchor="b" bIns="45700" lIns="91425" spcFirstLastPara="1" rIns="91425" wrap="square" tIns="45700">
            <a:normAutofit/>
          </a:bodyPr>
          <a:lstStyle>
            <a:lvl1pPr indent="-228600" lvl="0" marL="457200" rtl="1" algn="r">
              <a:lnSpc>
                <a:spcPct val="90000"/>
              </a:lnSpc>
              <a:spcBef>
                <a:spcPts val="750"/>
              </a:spcBef>
              <a:spcAft>
                <a:spcPts val="0"/>
              </a:spcAft>
              <a:buClr>
                <a:schemeClr val="dk1"/>
              </a:buClr>
              <a:buSzPts val="1800"/>
              <a:buNone/>
              <a:defRPr b="1" sz="1800"/>
            </a:lvl1pPr>
            <a:lvl2pPr indent="-228600" lvl="1" marL="914400" rtl="1" algn="r">
              <a:lnSpc>
                <a:spcPct val="90000"/>
              </a:lnSpc>
              <a:spcBef>
                <a:spcPts val="375"/>
              </a:spcBef>
              <a:spcAft>
                <a:spcPts val="0"/>
              </a:spcAft>
              <a:buClr>
                <a:schemeClr val="dk1"/>
              </a:buClr>
              <a:buSzPts val="1500"/>
              <a:buNone/>
              <a:defRPr b="1" sz="1500"/>
            </a:lvl2pPr>
            <a:lvl3pPr indent="-228600" lvl="2" marL="1371600" rtl="1" algn="r">
              <a:lnSpc>
                <a:spcPct val="90000"/>
              </a:lnSpc>
              <a:spcBef>
                <a:spcPts val="375"/>
              </a:spcBef>
              <a:spcAft>
                <a:spcPts val="0"/>
              </a:spcAft>
              <a:buClr>
                <a:schemeClr val="dk1"/>
              </a:buClr>
              <a:buSzPts val="1350"/>
              <a:buNone/>
              <a:defRPr b="1" sz="1350"/>
            </a:lvl3pPr>
            <a:lvl4pPr indent="-228600" lvl="3" marL="1828800" rtl="1" algn="r">
              <a:lnSpc>
                <a:spcPct val="90000"/>
              </a:lnSpc>
              <a:spcBef>
                <a:spcPts val="375"/>
              </a:spcBef>
              <a:spcAft>
                <a:spcPts val="0"/>
              </a:spcAft>
              <a:buClr>
                <a:schemeClr val="dk1"/>
              </a:buClr>
              <a:buSzPts val="1200"/>
              <a:buNone/>
              <a:defRPr b="1" sz="1200"/>
            </a:lvl4pPr>
            <a:lvl5pPr indent="-228600" lvl="4" marL="2286000" rtl="1" algn="r">
              <a:lnSpc>
                <a:spcPct val="90000"/>
              </a:lnSpc>
              <a:spcBef>
                <a:spcPts val="375"/>
              </a:spcBef>
              <a:spcAft>
                <a:spcPts val="0"/>
              </a:spcAft>
              <a:buClr>
                <a:schemeClr val="dk1"/>
              </a:buClr>
              <a:buSzPts val="1200"/>
              <a:buNone/>
              <a:defRPr b="1" sz="1200"/>
            </a:lvl5pPr>
            <a:lvl6pPr indent="-228600" lvl="5" marL="2743200" rtl="1" algn="r">
              <a:lnSpc>
                <a:spcPct val="90000"/>
              </a:lnSpc>
              <a:spcBef>
                <a:spcPts val="375"/>
              </a:spcBef>
              <a:spcAft>
                <a:spcPts val="0"/>
              </a:spcAft>
              <a:buClr>
                <a:schemeClr val="dk1"/>
              </a:buClr>
              <a:buSzPts val="1200"/>
              <a:buNone/>
              <a:defRPr b="1" sz="1200"/>
            </a:lvl6pPr>
            <a:lvl7pPr indent="-228600" lvl="6" marL="3200400" rtl="1" algn="r">
              <a:lnSpc>
                <a:spcPct val="90000"/>
              </a:lnSpc>
              <a:spcBef>
                <a:spcPts val="375"/>
              </a:spcBef>
              <a:spcAft>
                <a:spcPts val="0"/>
              </a:spcAft>
              <a:buClr>
                <a:schemeClr val="dk1"/>
              </a:buClr>
              <a:buSzPts val="1200"/>
              <a:buNone/>
              <a:defRPr b="1" sz="1200"/>
            </a:lvl7pPr>
            <a:lvl8pPr indent="-228600" lvl="7" marL="3657600" rtl="1" algn="r">
              <a:lnSpc>
                <a:spcPct val="90000"/>
              </a:lnSpc>
              <a:spcBef>
                <a:spcPts val="375"/>
              </a:spcBef>
              <a:spcAft>
                <a:spcPts val="0"/>
              </a:spcAft>
              <a:buClr>
                <a:schemeClr val="dk1"/>
              </a:buClr>
              <a:buSzPts val="1200"/>
              <a:buNone/>
              <a:defRPr b="1" sz="1200"/>
            </a:lvl8pPr>
            <a:lvl9pPr indent="-228600" lvl="8" marL="4114800" rtl="1" algn="r">
              <a:lnSpc>
                <a:spcPct val="90000"/>
              </a:lnSpc>
              <a:spcBef>
                <a:spcPts val="375"/>
              </a:spcBef>
              <a:spcAft>
                <a:spcPts val="0"/>
              </a:spcAft>
              <a:buClr>
                <a:schemeClr val="dk1"/>
              </a:buClr>
              <a:buSzPts val="1200"/>
              <a:buNone/>
              <a:defRPr b="1" sz="1200"/>
            </a:lvl9pPr>
          </a:lstStyle>
          <a:p/>
        </p:txBody>
      </p:sp>
      <p:sp>
        <p:nvSpPr>
          <p:cNvPr id="43" name="Google Shape;43;p11"/>
          <p:cNvSpPr txBox="1"/>
          <p:nvPr>
            <p:ph idx="2" type="body"/>
          </p:nvPr>
        </p:nvSpPr>
        <p:spPr>
          <a:xfrm>
            <a:off x="472381" y="4453467"/>
            <a:ext cx="2901255" cy="6550379"/>
          </a:xfrm>
          <a:prstGeom prst="rect">
            <a:avLst/>
          </a:prstGeom>
          <a:noFill/>
          <a:ln>
            <a:noFill/>
          </a:ln>
        </p:spPr>
        <p:txBody>
          <a:bodyPr anchorCtr="0" anchor="t" bIns="45700" lIns="91425" spcFirstLastPara="1" rIns="91425" wrap="square" tIns="45700">
            <a:normAutofit/>
          </a:bodyPr>
          <a:lstStyle>
            <a:lvl1pPr indent="-342900" lvl="0" marL="457200" rtl="1" algn="r">
              <a:lnSpc>
                <a:spcPct val="90000"/>
              </a:lnSpc>
              <a:spcBef>
                <a:spcPts val="750"/>
              </a:spcBef>
              <a:spcAft>
                <a:spcPts val="0"/>
              </a:spcAft>
              <a:buClr>
                <a:schemeClr val="dk1"/>
              </a:buClr>
              <a:buSzPts val="1800"/>
              <a:buChar char="•"/>
              <a:defRPr/>
            </a:lvl1pPr>
            <a:lvl2pPr indent="-342900" lvl="1" marL="914400" rtl="1" algn="r">
              <a:lnSpc>
                <a:spcPct val="90000"/>
              </a:lnSpc>
              <a:spcBef>
                <a:spcPts val="375"/>
              </a:spcBef>
              <a:spcAft>
                <a:spcPts val="0"/>
              </a:spcAft>
              <a:buClr>
                <a:schemeClr val="dk1"/>
              </a:buClr>
              <a:buSzPts val="1800"/>
              <a:buChar char="•"/>
              <a:defRPr/>
            </a:lvl2pPr>
            <a:lvl3pPr indent="-342900" lvl="2" marL="1371600" rtl="1" algn="r">
              <a:lnSpc>
                <a:spcPct val="90000"/>
              </a:lnSpc>
              <a:spcBef>
                <a:spcPts val="375"/>
              </a:spcBef>
              <a:spcAft>
                <a:spcPts val="0"/>
              </a:spcAft>
              <a:buClr>
                <a:schemeClr val="dk1"/>
              </a:buClr>
              <a:buSzPts val="1800"/>
              <a:buChar char="•"/>
              <a:defRPr/>
            </a:lvl3pPr>
            <a:lvl4pPr indent="-342900" lvl="3" marL="1828800" rtl="1" algn="r">
              <a:lnSpc>
                <a:spcPct val="90000"/>
              </a:lnSpc>
              <a:spcBef>
                <a:spcPts val="375"/>
              </a:spcBef>
              <a:spcAft>
                <a:spcPts val="0"/>
              </a:spcAft>
              <a:buClr>
                <a:schemeClr val="dk1"/>
              </a:buClr>
              <a:buSzPts val="1800"/>
              <a:buChar char="•"/>
              <a:defRPr/>
            </a:lvl4pPr>
            <a:lvl5pPr indent="-342900" lvl="4" marL="2286000" rtl="1" algn="r">
              <a:lnSpc>
                <a:spcPct val="90000"/>
              </a:lnSpc>
              <a:spcBef>
                <a:spcPts val="375"/>
              </a:spcBef>
              <a:spcAft>
                <a:spcPts val="0"/>
              </a:spcAft>
              <a:buClr>
                <a:schemeClr val="dk1"/>
              </a:buClr>
              <a:buSzPts val="1800"/>
              <a:buChar char="•"/>
              <a:defRPr/>
            </a:lvl5pPr>
            <a:lvl6pPr indent="-342900" lvl="5" marL="2743200" rtl="1" algn="r">
              <a:lnSpc>
                <a:spcPct val="90000"/>
              </a:lnSpc>
              <a:spcBef>
                <a:spcPts val="375"/>
              </a:spcBef>
              <a:spcAft>
                <a:spcPts val="0"/>
              </a:spcAft>
              <a:buClr>
                <a:schemeClr val="dk1"/>
              </a:buClr>
              <a:buSzPts val="1800"/>
              <a:buChar char="•"/>
              <a:defRPr/>
            </a:lvl6pPr>
            <a:lvl7pPr indent="-342900" lvl="6" marL="3200400" rtl="1" algn="r">
              <a:lnSpc>
                <a:spcPct val="90000"/>
              </a:lnSpc>
              <a:spcBef>
                <a:spcPts val="375"/>
              </a:spcBef>
              <a:spcAft>
                <a:spcPts val="0"/>
              </a:spcAft>
              <a:buClr>
                <a:schemeClr val="dk1"/>
              </a:buClr>
              <a:buSzPts val="1800"/>
              <a:buChar char="•"/>
              <a:defRPr/>
            </a:lvl7pPr>
            <a:lvl8pPr indent="-342900" lvl="7" marL="3657600" rtl="1" algn="r">
              <a:lnSpc>
                <a:spcPct val="90000"/>
              </a:lnSpc>
              <a:spcBef>
                <a:spcPts val="375"/>
              </a:spcBef>
              <a:spcAft>
                <a:spcPts val="0"/>
              </a:spcAft>
              <a:buClr>
                <a:schemeClr val="dk1"/>
              </a:buClr>
              <a:buSzPts val="1800"/>
              <a:buChar char="•"/>
              <a:defRPr/>
            </a:lvl8pPr>
            <a:lvl9pPr indent="-342900" lvl="8" marL="4114800" rtl="1" algn="r">
              <a:lnSpc>
                <a:spcPct val="90000"/>
              </a:lnSpc>
              <a:spcBef>
                <a:spcPts val="375"/>
              </a:spcBef>
              <a:spcAft>
                <a:spcPts val="0"/>
              </a:spcAft>
              <a:buClr>
                <a:schemeClr val="dk1"/>
              </a:buClr>
              <a:buSzPts val="1800"/>
              <a:buChar char="•"/>
              <a:defRPr/>
            </a:lvl9pPr>
          </a:lstStyle>
          <a:p/>
        </p:txBody>
      </p:sp>
      <p:sp>
        <p:nvSpPr>
          <p:cNvPr id="44" name="Google Shape;44;p11"/>
          <p:cNvSpPr txBox="1"/>
          <p:nvPr>
            <p:ph idx="3" type="body"/>
          </p:nvPr>
        </p:nvSpPr>
        <p:spPr>
          <a:xfrm>
            <a:off x="3471863" y="2988734"/>
            <a:ext cx="2915543" cy="1464732"/>
          </a:xfrm>
          <a:prstGeom prst="rect">
            <a:avLst/>
          </a:prstGeom>
          <a:noFill/>
          <a:ln>
            <a:noFill/>
          </a:ln>
        </p:spPr>
        <p:txBody>
          <a:bodyPr anchorCtr="0" anchor="b" bIns="45700" lIns="91425" spcFirstLastPara="1" rIns="91425" wrap="square" tIns="45700">
            <a:normAutofit/>
          </a:bodyPr>
          <a:lstStyle>
            <a:lvl1pPr indent="-228600" lvl="0" marL="457200" rtl="1" algn="r">
              <a:lnSpc>
                <a:spcPct val="90000"/>
              </a:lnSpc>
              <a:spcBef>
                <a:spcPts val="750"/>
              </a:spcBef>
              <a:spcAft>
                <a:spcPts val="0"/>
              </a:spcAft>
              <a:buClr>
                <a:schemeClr val="dk1"/>
              </a:buClr>
              <a:buSzPts val="1800"/>
              <a:buNone/>
              <a:defRPr b="1" sz="1800"/>
            </a:lvl1pPr>
            <a:lvl2pPr indent="-228600" lvl="1" marL="914400" rtl="1" algn="r">
              <a:lnSpc>
                <a:spcPct val="90000"/>
              </a:lnSpc>
              <a:spcBef>
                <a:spcPts val="375"/>
              </a:spcBef>
              <a:spcAft>
                <a:spcPts val="0"/>
              </a:spcAft>
              <a:buClr>
                <a:schemeClr val="dk1"/>
              </a:buClr>
              <a:buSzPts val="1500"/>
              <a:buNone/>
              <a:defRPr b="1" sz="1500"/>
            </a:lvl2pPr>
            <a:lvl3pPr indent="-228600" lvl="2" marL="1371600" rtl="1" algn="r">
              <a:lnSpc>
                <a:spcPct val="90000"/>
              </a:lnSpc>
              <a:spcBef>
                <a:spcPts val="375"/>
              </a:spcBef>
              <a:spcAft>
                <a:spcPts val="0"/>
              </a:spcAft>
              <a:buClr>
                <a:schemeClr val="dk1"/>
              </a:buClr>
              <a:buSzPts val="1350"/>
              <a:buNone/>
              <a:defRPr b="1" sz="1350"/>
            </a:lvl3pPr>
            <a:lvl4pPr indent="-228600" lvl="3" marL="1828800" rtl="1" algn="r">
              <a:lnSpc>
                <a:spcPct val="90000"/>
              </a:lnSpc>
              <a:spcBef>
                <a:spcPts val="375"/>
              </a:spcBef>
              <a:spcAft>
                <a:spcPts val="0"/>
              </a:spcAft>
              <a:buClr>
                <a:schemeClr val="dk1"/>
              </a:buClr>
              <a:buSzPts val="1200"/>
              <a:buNone/>
              <a:defRPr b="1" sz="1200"/>
            </a:lvl4pPr>
            <a:lvl5pPr indent="-228600" lvl="4" marL="2286000" rtl="1" algn="r">
              <a:lnSpc>
                <a:spcPct val="90000"/>
              </a:lnSpc>
              <a:spcBef>
                <a:spcPts val="375"/>
              </a:spcBef>
              <a:spcAft>
                <a:spcPts val="0"/>
              </a:spcAft>
              <a:buClr>
                <a:schemeClr val="dk1"/>
              </a:buClr>
              <a:buSzPts val="1200"/>
              <a:buNone/>
              <a:defRPr b="1" sz="1200"/>
            </a:lvl5pPr>
            <a:lvl6pPr indent="-228600" lvl="5" marL="2743200" rtl="1" algn="r">
              <a:lnSpc>
                <a:spcPct val="90000"/>
              </a:lnSpc>
              <a:spcBef>
                <a:spcPts val="375"/>
              </a:spcBef>
              <a:spcAft>
                <a:spcPts val="0"/>
              </a:spcAft>
              <a:buClr>
                <a:schemeClr val="dk1"/>
              </a:buClr>
              <a:buSzPts val="1200"/>
              <a:buNone/>
              <a:defRPr b="1" sz="1200"/>
            </a:lvl6pPr>
            <a:lvl7pPr indent="-228600" lvl="6" marL="3200400" rtl="1" algn="r">
              <a:lnSpc>
                <a:spcPct val="90000"/>
              </a:lnSpc>
              <a:spcBef>
                <a:spcPts val="375"/>
              </a:spcBef>
              <a:spcAft>
                <a:spcPts val="0"/>
              </a:spcAft>
              <a:buClr>
                <a:schemeClr val="dk1"/>
              </a:buClr>
              <a:buSzPts val="1200"/>
              <a:buNone/>
              <a:defRPr b="1" sz="1200"/>
            </a:lvl7pPr>
            <a:lvl8pPr indent="-228600" lvl="7" marL="3657600" rtl="1" algn="r">
              <a:lnSpc>
                <a:spcPct val="90000"/>
              </a:lnSpc>
              <a:spcBef>
                <a:spcPts val="375"/>
              </a:spcBef>
              <a:spcAft>
                <a:spcPts val="0"/>
              </a:spcAft>
              <a:buClr>
                <a:schemeClr val="dk1"/>
              </a:buClr>
              <a:buSzPts val="1200"/>
              <a:buNone/>
              <a:defRPr b="1" sz="1200"/>
            </a:lvl8pPr>
            <a:lvl9pPr indent="-228600" lvl="8" marL="4114800" rtl="1" algn="r">
              <a:lnSpc>
                <a:spcPct val="90000"/>
              </a:lnSpc>
              <a:spcBef>
                <a:spcPts val="375"/>
              </a:spcBef>
              <a:spcAft>
                <a:spcPts val="0"/>
              </a:spcAft>
              <a:buClr>
                <a:schemeClr val="dk1"/>
              </a:buClr>
              <a:buSzPts val="1200"/>
              <a:buNone/>
              <a:defRPr b="1" sz="1200"/>
            </a:lvl9pPr>
          </a:lstStyle>
          <a:p/>
        </p:txBody>
      </p:sp>
      <p:sp>
        <p:nvSpPr>
          <p:cNvPr id="45" name="Google Shape;45;p11"/>
          <p:cNvSpPr txBox="1"/>
          <p:nvPr>
            <p:ph idx="4" type="body"/>
          </p:nvPr>
        </p:nvSpPr>
        <p:spPr>
          <a:xfrm>
            <a:off x="3471863" y="4453467"/>
            <a:ext cx="2915543" cy="6550379"/>
          </a:xfrm>
          <a:prstGeom prst="rect">
            <a:avLst/>
          </a:prstGeom>
          <a:noFill/>
          <a:ln>
            <a:noFill/>
          </a:ln>
        </p:spPr>
        <p:txBody>
          <a:bodyPr anchorCtr="0" anchor="t" bIns="45700" lIns="91425" spcFirstLastPara="1" rIns="91425" wrap="square" tIns="45700">
            <a:normAutofit/>
          </a:bodyPr>
          <a:lstStyle>
            <a:lvl1pPr indent="-342900" lvl="0" marL="457200" rtl="1" algn="r">
              <a:lnSpc>
                <a:spcPct val="90000"/>
              </a:lnSpc>
              <a:spcBef>
                <a:spcPts val="750"/>
              </a:spcBef>
              <a:spcAft>
                <a:spcPts val="0"/>
              </a:spcAft>
              <a:buClr>
                <a:schemeClr val="dk1"/>
              </a:buClr>
              <a:buSzPts val="1800"/>
              <a:buChar char="•"/>
              <a:defRPr/>
            </a:lvl1pPr>
            <a:lvl2pPr indent="-342900" lvl="1" marL="914400" rtl="1" algn="r">
              <a:lnSpc>
                <a:spcPct val="90000"/>
              </a:lnSpc>
              <a:spcBef>
                <a:spcPts val="375"/>
              </a:spcBef>
              <a:spcAft>
                <a:spcPts val="0"/>
              </a:spcAft>
              <a:buClr>
                <a:schemeClr val="dk1"/>
              </a:buClr>
              <a:buSzPts val="1800"/>
              <a:buChar char="•"/>
              <a:defRPr/>
            </a:lvl2pPr>
            <a:lvl3pPr indent="-342900" lvl="2" marL="1371600" rtl="1" algn="r">
              <a:lnSpc>
                <a:spcPct val="90000"/>
              </a:lnSpc>
              <a:spcBef>
                <a:spcPts val="375"/>
              </a:spcBef>
              <a:spcAft>
                <a:spcPts val="0"/>
              </a:spcAft>
              <a:buClr>
                <a:schemeClr val="dk1"/>
              </a:buClr>
              <a:buSzPts val="1800"/>
              <a:buChar char="•"/>
              <a:defRPr/>
            </a:lvl3pPr>
            <a:lvl4pPr indent="-342900" lvl="3" marL="1828800" rtl="1" algn="r">
              <a:lnSpc>
                <a:spcPct val="90000"/>
              </a:lnSpc>
              <a:spcBef>
                <a:spcPts val="375"/>
              </a:spcBef>
              <a:spcAft>
                <a:spcPts val="0"/>
              </a:spcAft>
              <a:buClr>
                <a:schemeClr val="dk1"/>
              </a:buClr>
              <a:buSzPts val="1800"/>
              <a:buChar char="•"/>
              <a:defRPr/>
            </a:lvl4pPr>
            <a:lvl5pPr indent="-342900" lvl="4" marL="2286000" rtl="1" algn="r">
              <a:lnSpc>
                <a:spcPct val="90000"/>
              </a:lnSpc>
              <a:spcBef>
                <a:spcPts val="375"/>
              </a:spcBef>
              <a:spcAft>
                <a:spcPts val="0"/>
              </a:spcAft>
              <a:buClr>
                <a:schemeClr val="dk1"/>
              </a:buClr>
              <a:buSzPts val="1800"/>
              <a:buChar char="•"/>
              <a:defRPr/>
            </a:lvl5pPr>
            <a:lvl6pPr indent="-342900" lvl="5" marL="2743200" rtl="1" algn="r">
              <a:lnSpc>
                <a:spcPct val="90000"/>
              </a:lnSpc>
              <a:spcBef>
                <a:spcPts val="375"/>
              </a:spcBef>
              <a:spcAft>
                <a:spcPts val="0"/>
              </a:spcAft>
              <a:buClr>
                <a:schemeClr val="dk1"/>
              </a:buClr>
              <a:buSzPts val="1800"/>
              <a:buChar char="•"/>
              <a:defRPr/>
            </a:lvl6pPr>
            <a:lvl7pPr indent="-342900" lvl="6" marL="3200400" rtl="1" algn="r">
              <a:lnSpc>
                <a:spcPct val="90000"/>
              </a:lnSpc>
              <a:spcBef>
                <a:spcPts val="375"/>
              </a:spcBef>
              <a:spcAft>
                <a:spcPts val="0"/>
              </a:spcAft>
              <a:buClr>
                <a:schemeClr val="dk1"/>
              </a:buClr>
              <a:buSzPts val="1800"/>
              <a:buChar char="•"/>
              <a:defRPr/>
            </a:lvl7pPr>
            <a:lvl8pPr indent="-342900" lvl="7" marL="3657600" rtl="1" algn="r">
              <a:lnSpc>
                <a:spcPct val="90000"/>
              </a:lnSpc>
              <a:spcBef>
                <a:spcPts val="375"/>
              </a:spcBef>
              <a:spcAft>
                <a:spcPts val="0"/>
              </a:spcAft>
              <a:buClr>
                <a:schemeClr val="dk1"/>
              </a:buClr>
              <a:buSzPts val="1800"/>
              <a:buChar char="•"/>
              <a:defRPr/>
            </a:lvl8pPr>
            <a:lvl9pPr indent="-342900" lvl="8" marL="4114800" rtl="1" algn="r">
              <a:lnSpc>
                <a:spcPct val="90000"/>
              </a:lnSpc>
              <a:spcBef>
                <a:spcPts val="375"/>
              </a:spcBef>
              <a:spcAft>
                <a:spcPts val="0"/>
              </a:spcAft>
              <a:buClr>
                <a:schemeClr val="dk1"/>
              </a:buClr>
              <a:buSzPts val="1800"/>
              <a:buChar char="•"/>
              <a:defRPr/>
            </a:lvl9pPr>
          </a:lstStyle>
          <a:p/>
        </p:txBody>
      </p:sp>
      <p:sp>
        <p:nvSpPr>
          <p:cNvPr id="46" name="Google Shape;46;p11"/>
          <p:cNvSpPr txBox="1"/>
          <p:nvPr>
            <p:ph idx="10" type="dt"/>
          </p:nvPr>
        </p:nvSpPr>
        <p:spPr>
          <a:xfrm>
            <a:off x="471488" y="11300181"/>
            <a:ext cx="1543050" cy="64911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1"/>
          <p:cNvSpPr txBox="1"/>
          <p:nvPr>
            <p:ph idx="11" type="ftr"/>
          </p:nvPr>
        </p:nvSpPr>
        <p:spPr>
          <a:xfrm>
            <a:off x="2271713" y="11300181"/>
            <a:ext cx="2314575" cy="649111"/>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1"/>
          <p:cNvSpPr txBox="1"/>
          <p:nvPr>
            <p:ph idx="12" type="sldNum"/>
          </p:nvPr>
        </p:nvSpPr>
        <p:spPr>
          <a:xfrm>
            <a:off x="4843463" y="11300181"/>
            <a:ext cx="1543050" cy="649111"/>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כותרת בלבד" type="titleOnly">
  <p:cSld name="TITLE_ONLY">
    <p:spTree>
      <p:nvGrpSpPr>
        <p:cNvPr id="49" name="Shape 49"/>
        <p:cNvGrpSpPr/>
        <p:nvPr/>
      </p:nvGrpSpPr>
      <p:grpSpPr>
        <a:xfrm>
          <a:off x="0" y="0"/>
          <a:ext cx="0" cy="0"/>
          <a:chOff x="0" y="0"/>
          <a:chExt cx="0" cy="0"/>
        </a:xfrm>
      </p:grpSpPr>
      <p:sp>
        <p:nvSpPr>
          <p:cNvPr id="50" name="Google Shape;50;p12"/>
          <p:cNvSpPr txBox="1"/>
          <p:nvPr>
            <p:ph type="title"/>
          </p:nvPr>
        </p:nvSpPr>
        <p:spPr>
          <a:xfrm>
            <a:off x="471488" y="649114"/>
            <a:ext cx="5915025" cy="2356556"/>
          </a:xfrm>
          <a:prstGeom prst="rect">
            <a:avLst/>
          </a:prstGeom>
          <a:noFill/>
          <a:ln>
            <a:noFill/>
          </a:ln>
        </p:spPr>
        <p:txBody>
          <a:bodyPr anchorCtr="0" anchor="ctr" bIns="45700" lIns="91425" spcFirstLastPara="1" rIns="91425" wrap="square" tIns="45700">
            <a:normAutofit/>
          </a:bodyPr>
          <a:lstStyle>
            <a:lvl1pPr lvl="0" rtl="1"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2"/>
          <p:cNvSpPr txBox="1"/>
          <p:nvPr>
            <p:ph idx="10" type="dt"/>
          </p:nvPr>
        </p:nvSpPr>
        <p:spPr>
          <a:xfrm>
            <a:off x="471488" y="11300181"/>
            <a:ext cx="1543050" cy="64911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2"/>
          <p:cNvSpPr txBox="1"/>
          <p:nvPr>
            <p:ph idx="11" type="ftr"/>
          </p:nvPr>
        </p:nvSpPr>
        <p:spPr>
          <a:xfrm>
            <a:off x="2271713" y="11300181"/>
            <a:ext cx="2314575" cy="649111"/>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2"/>
          <p:cNvSpPr txBox="1"/>
          <p:nvPr>
            <p:ph idx="12" type="sldNum"/>
          </p:nvPr>
        </p:nvSpPr>
        <p:spPr>
          <a:xfrm>
            <a:off x="4843463" y="11300181"/>
            <a:ext cx="1543050" cy="649111"/>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ריק" type="blank">
  <p:cSld name="BLANK">
    <p:spTree>
      <p:nvGrpSpPr>
        <p:cNvPr id="54" name="Shape 54"/>
        <p:cNvGrpSpPr/>
        <p:nvPr/>
      </p:nvGrpSpPr>
      <p:grpSpPr>
        <a:xfrm>
          <a:off x="0" y="0"/>
          <a:ext cx="0" cy="0"/>
          <a:chOff x="0" y="0"/>
          <a:chExt cx="0" cy="0"/>
        </a:xfrm>
      </p:grpSpPr>
      <p:sp>
        <p:nvSpPr>
          <p:cNvPr id="55" name="Google Shape;55;p13"/>
          <p:cNvSpPr txBox="1"/>
          <p:nvPr>
            <p:ph idx="10" type="dt"/>
          </p:nvPr>
        </p:nvSpPr>
        <p:spPr>
          <a:xfrm>
            <a:off x="471488" y="11300181"/>
            <a:ext cx="1543050" cy="64911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13"/>
          <p:cNvSpPr txBox="1"/>
          <p:nvPr>
            <p:ph idx="11" type="ftr"/>
          </p:nvPr>
        </p:nvSpPr>
        <p:spPr>
          <a:xfrm>
            <a:off x="2271713" y="11300181"/>
            <a:ext cx="2314575" cy="649111"/>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3"/>
          <p:cNvSpPr txBox="1"/>
          <p:nvPr>
            <p:ph idx="12" type="sldNum"/>
          </p:nvPr>
        </p:nvSpPr>
        <p:spPr>
          <a:xfrm>
            <a:off x="4843463" y="11300181"/>
            <a:ext cx="1543050" cy="649111"/>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תוכן עם כיתוב" type="objTx">
  <p:cSld name="OBJECT_WITH_CAPTION_TEXT">
    <p:spTree>
      <p:nvGrpSpPr>
        <p:cNvPr id="58" name="Shape 58"/>
        <p:cNvGrpSpPr/>
        <p:nvPr/>
      </p:nvGrpSpPr>
      <p:grpSpPr>
        <a:xfrm>
          <a:off x="0" y="0"/>
          <a:ext cx="0" cy="0"/>
          <a:chOff x="0" y="0"/>
          <a:chExt cx="0" cy="0"/>
        </a:xfrm>
      </p:grpSpPr>
      <p:sp>
        <p:nvSpPr>
          <p:cNvPr id="59" name="Google Shape;59;p14"/>
          <p:cNvSpPr txBox="1"/>
          <p:nvPr>
            <p:ph type="title"/>
          </p:nvPr>
        </p:nvSpPr>
        <p:spPr>
          <a:xfrm>
            <a:off x="472381" y="812800"/>
            <a:ext cx="2211884" cy="2844800"/>
          </a:xfrm>
          <a:prstGeom prst="rect">
            <a:avLst/>
          </a:prstGeom>
          <a:noFill/>
          <a:ln>
            <a:noFill/>
          </a:ln>
        </p:spPr>
        <p:txBody>
          <a:bodyPr anchorCtr="0" anchor="b" bIns="45700" lIns="91425" spcFirstLastPara="1" rIns="91425" wrap="square" tIns="45700">
            <a:normAutofit/>
          </a:bodyPr>
          <a:lstStyle>
            <a:lvl1pPr lvl="0" rtl="1"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14"/>
          <p:cNvSpPr txBox="1"/>
          <p:nvPr>
            <p:ph idx="1" type="body"/>
          </p:nvPr>
        </p:nvSpPr>
        <p:spPr>
          <a:xfrm>
            <a:off x="2915543" y="1755425"/>
            <a:ext cx="3471863" cy="8664222"/>
          </a:xfrm>
          <a:prstGeom prst="rect">
            <a:avLst/>
          </a:prstGeom>
          <a:noFill/>
          <a:ln>
            <a:noFill/>
          </a:ln>
        </p:spPr>
        <p:txBody>
          <a:bodyPr anchorCtr="0" anchor="t" bIns="45700" lIns="91425" spcFirstLastPara="1" rIns="91425" wrap="square" tIns="45700">
            <a:normAutofit/>
          </a:bodyPr>
          <a:lstStyle>
            <a:lvl1pPr indent="-381000" lvl="0" marL="457200" rtl="1" algn="r">
              <a:lnSpc>
                <a:spcPct val="90000"/>
              </a:lnSpc>
              <a:spcBef>
                <a:spcPts val="750"/>
              </a:spcBef>
              <a:spcAft>
                <a:spcPts val="0"/>
              </a:spcAft>
              <a:buClr>
                <a:schemeClr val="dk1"/>
              </a:buClr>
              <a:buSzPts val="2400"/>
              <a:buChar char="•"/>
              <a:defRPr sz="2400"/>
            </a:lvl1pPr>
            <a:lvl2pPr indent="-361950" lvl="1" marL="914400" rtl="1" algn="r">
              <a:lnSpc>
                <a:spcPct val="90000"/>
              </a:lnSpc>
              <a:spcBef>
                <a:spcPts val="375"/>
              </a:spcBef>
              <a:spcAft>
                <a:spcPts val="0"/>
              </a:spcAft>
              <a:buClr>
                <a:schemeClr val="dk1"/>
              </a:buClr>
              <a:buSzPts val="2100"/>
              <a:buChar char="•"/>
              <a:defRPr sz="2100"/>
            </a:lvl2pPr>
            <a:lvl3pPr indent="-342900" lvl="2" marL="1371600" rtl="1" algn="r">
              <a:lnSpc>
                <a:spcPct val="90000"/>
              </a:lnSpc>
              <a:spcBef>
                <a:spcPts val="375"/>
              </a:spcBef>
              <a:spcAft>
                <a:spcPts val="0"/>
              </a:spcAft>
              <a:buClr>
                <a:schemeClr val="dk1"/>
              </a:buClr>
              <a:buSzPts val="1800"/>
              <a:buChar char="•"/>
              <a:defRPr sz="1800"/>
            </a:lvl3pPr>
            <a:lvl4pPr indent="-323850" lvl="3" marL="1828800" rtl="1" algn="r">
              <a:lnSpc>
                <a:spcPct val="90000"/>
              </a:lnSpc>
              <a:spcBef>
                <a:spcPts val="375"/>
              </a:spcBef>
              <a:spcAft>
                <a:spcPts val="0"/>
              </a:spcAft>
              <a:buClr>
                <a:schemeClr val="dk1"/>
              </a:buClr>
              <a:buSzPts val="1500"/>
              <a:buChar char="•"/>
              <a:defRPr sz="1500"/>
            </a:lvl4pPr>
            <a:lvl5pPr indent="-323850" lvl="4" marL="2286000" rtl="1" algn="r">
              <a:lnSpc>
                <a:spcPct val="90000"/>
              </a:lnSpc>
              <a:spcBef>
                <a:spcPts val="375"/>
              </a:spcBef>
              <a:spcAft>
                <a:spcPts val="0"/>
              </a:spcAft>
              <a:buClr>
                <a:schemeClr val="dk1"/>
              </a:buClr>
              <a:buSzPts val="1500"/>
              <a:buChar char="•"/>
              <a:defRPr sz="1500"/>
            </a:lvl5pPr>
            <a:lvl6pPr indent="-323850" lvl="5" marL="2743200" rtl="1" algn="r">
              <a:lnSpc>
                <a:spcPct val="90000"/>
              </a:lnSpc>
              <a:spcBef>
                <a:spcPts val="375"/>
              </a:spcBef>
              <a:spcAft>
                <a:spcPts val="0"/>
              </a:spcAft>
              <a:buClr>
                <a:schemeClr val="dk1"/>
              </a:buClr>
              <a:buSzPts val="1500"/>
              <a:buChar char="•"/>
              <a:defRPr sz="1500"/>
            </a:lvl6pPr>
            <a:lvl7pPr indent="-323850" lvl="6" marL="3200400" rtl="1" algn="r">
              <a:lnSpc>
                <a:spcPct val="90000"/>
              </a:lnSpc>
              <a:spcBef>
                <a:spcPts val="375"/>
              </a:spcBef>
              <a:spcAft>
                <a:spcPts val="0"/>
              </a:spcAft>
              <a:buClr>
                <a:schemeClr val="dk1"/>
              </a:buClr>
              <a:buSzPts val="1500"/>
              <a:buChar char="•"/>
              <a:defRPr sz="1500"/>
            </a:lvl7pPr>
            <a:lvl8pPr indent="-323850" lvl="7" marL="3657600" rtl="1" algn="r">
              <a:lnSpc>
                <a:spcPct val="90000"/>
              </a:lnSpc>
              <a:spcBef>
                <a:spcPts val="375"/>
              </a:spcBef>
              <a:spcAft>
                <a:spcPts val="0"/>
              </a:spcAft>
              <a:buClr>
                <a:schemeClr val="dk1"/>
              </a:buClr>
              <a:buSzPts val="1500"/>
              <a:buChar char="•"/>
              <a:defRPr sz="1500"/>
            </a:lvl8pPr>
            <a:lvl9pPr indent="-323850" lvl="8" marL="4114800" rtl="1" algn="r">
              <a:lnSpc>
                <a:spcPct val="90000"/>
              </a:lnSpc>
              <a:spcBef>
                <a:spcPts val="375"/>
              </a:spcBef>
              <a:spcAft>
                <a:spcPts val="0"/>
              </a:spcAft>
              <a:buClr>
                <a:schemeClr val="dk1"/>
              </a:buClr>
              <a:buSzPts val="1500"/>
              <a:buChar char="•"/>
              <a:defRPr sz="1500"/>
            </a:lvl9pPr>
          </a:lstStyle>
          <a:p/>
        </p:txBody>
      </p:sp>
      <p:sp>
        <p:nvSpPr>
          <p:cNvPr id="61" name="Google Shape;61;p14"/>
          <p:cNvSpPr txBox="1"/>
          <p:nvPr>
            <p:ph idx="2" type="body"/>
          </p:nvPr>
        </p:nvSpPr>
        <p:spPr>
          <a:xfrm>
            <a:off x="472381" y="3657600"/>
            <a:ext cx="2211884" cy="6776156"/>
          </a:xfrm>
          <a:prstGeom prst="rect">
            <a:avLst/>
          </a:prstGeom>
          <a:noFill/>
          <a:ln>
            <a:noFill/>
          </a:ln>
        </p:spPr>
        <p:txBody>
          <a:bodyPr anchorCtr="0" anchor="t" bIns="45700" lIns="91425" spcFirstLastPara="1" rIns="91425" wrap="square" tIns="45700">
            <a:normAutofit/>
          </a:bodyPr>
          <a:lstStyle>
            <a:lvl1pPr indent="-228600" lvl="0" marL="457200" rtl="1" algn="r">
              <a:lnSpc>
                <a:spcPct val="90000"/>
              </a:lnSpc>
              <a:spcBef>
                <a:spcPts val="750"/>
              </a:spcBef>
              <a:spcAft>
                <a:spcPts val="0"/>
              </a:spcAft>
              <a:buClr>
                <a:schemeClr val="dk1"/>
              </a:buClr>
              <a:buSzPts val="1200"/>
              <a:buNone/>
              <a:defRPr sz="1200"/>
            </a:lvl1pPr>
            <a:lvl2pPr indent="-228600" lvl="1" marL="914400" rtl="1" algn="r">
              <a:lnSpc>
                <a:spcPct val="90000"/>
              </a:lnSpc>
              <a:spcBef>
                <a:spcPts val="375"/>
              </a:spcBef>
              <a:spcAft>
                <a:spcPts val="0"/>
              </a:spcAft>
              <a:buClr>
                <a:schemeClr val="dk1"/>
              </a:buClr>
              <a:buSzPts val="1050"/>
              <a:buNone/>
              <a:defRPr sz="1050"/>
            </a:lvl2pPr>
            <a:lvl3pPr indent="-228600" lvl="2" marL="1371600" rtl="1" algn="r">
              <a:lnSpc>
                <a:spcPct val="90000"/>
              </a:lnSpc>
              <a:spcBef>
                <a:spcPts val="375"/>
              </a:spcBef>
              <a:spcAft>
                <a:spcPts val="0"/>
              </a:spcAft>
              <a:buClr>
                <a:schemeClr val="dk1"/>
              </a:buClr>
              <a:buSzPts val="900"/>
              <a:buNone/>
              <a:defRPr sz="900"/>
            </a:lvl3pPr>
            <a:lvl4pPr indent="-228600" lvl="3" marL="1828800" rtl="1" algn="r">
              <a:lnSpc>
                <a:spcPct val="90000"/>
              </a:lnSpc>
              <a:spcBef>
                <a:spcPts val="375"/>
              </a:spcBef>
              <a:spcAft>
                <a:spcPts val="0"/>
              </a:spcAft>
              <a:buClr>
                <a:schemeClr val="dk1"/>
              </a:buClr>
              <a:buSzPts val="750"/>
              <a:buNone/>
              <a:defRPr sz="750"/>
            </a:lvl4pPr>
            <a:lvl5pPr indent="-228600" lvl="4" marL="2286000" rtl="1" algn="r">
              <a:lnSpc>
                <a:spcPct val="90000"/>
              </a:lnSpc>
              <a:spcBef>
                <a:spcPts val="375"/>
              </a:spcBef>
              <a:spcAft>
                <a:spcPts val="0"/>
              </a:spcAft>
              <a:buClr>
                <a:schemeClr val="dk1"/>
              </a:buClr>
              <a:buSzPts val="750"/>
              <a:buNone/>
              <a:defRPr sz="750"/>
            </a:lvl5pPr>
            <a:lvl6pPr indent="-228600" lvl="5" marL="2743200" rtl="1" algn="r">
              <a:lnSpc>
                <a:spcPct val="90000"/>
              </a:lnSpc>
              <a:spcBef>
                <a:spcPts val="375"/>
              </a:spcBef>
              <a:spcAft>
                <a:spcPts val="0"/>
              </a:spcAft>
              <a:buClr>
                <a:schemeClr val="dk1"/>
              </a:buClr>
              <a:buSzPts val="750"/>
              <a:buNone/>
              <a:defRPr sz="750"/>
            </a:lvl6pPr>
            <a:lvl7pPr indent="-228600" lvl="6" marL="3200400" rtl="1" algn="r">
              <a:lnSpc>
                <a:spcPct val="90000"/>
              </a:lnSpc>
              <a:spcBef>
                <a:spcPts val="375"/>
              </a:spcBef>
              <a:spcAft>
                <a:spcPts val="0"/>
              </a:spcAft>
              <a:buClr>
                <a:schemeClr val="dk1"/>
              </a:buClr>
              <a:buSzPts val="750"/>
              <a:buNone/>
              <a:defRPr sz="750"/>
            </a:lvl7pPr>
            <a:lvl8pPr indent="-228600" lvl="7" marL="3657600" rtl="1" algn="r">
              <a:lnSpc>
                <a:spcPct val="90000"/>
              </a:lnSpc>
              <a:spcBef>
                <a:spcPts val="375"/>
              </a:spcBef>
              <a:spcAft>
                <a:spcPts val="0"/>
              </a:spcAft>
              <a:buClr>
                <a:schemeClr val="dk1"/>
              </a:buClr>
              <a:buSzPts val="750"/>
              <a:buNone/>
              <a:defRPr sz="750"/>
            </a:lvl8pPr>
            <a:lvl9pPr indent="-228600" lvl="8" marL="4114800" rtl="1" algn="r">
              <a:lnSpc>
                <a:spcPct val="90000"/>
              </a:lnSpc>
              <a:spcBef>
                <a:spcPts val="375"/>
              </a:spcBef>
              <a:spcAft>
                <a:spcPts val="0"/>
              </a:spcAft>
              <a:buClr>
                <a:schemeClr val="dk1"/>
              </a:buClr>
              <a:buSzPts val="750"/>
              <a:buNone/>
              <a:defRPr sz="750"/>
            </a:lvl9pPr>
          </a:lstStyle>
          <a:p/>
        </p:txBody>
      </p:sp>
      <p:sp>
        <p:nvSpPr>
          <p:cNvPr id="62" name="Google Shape;62;p14"/>
          <p:cNvSpPr txBox="1"/>
          <p:nvPr>
            <p:ph idx="10" type="dt"/>
          </p:nvPr>
        </p:nvSpPr>
        <p:spPr>
          <a:xfrm>
            <a:off x="471488" y="11300181"/>
            <a:ext cx="1543050" cy="64911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14"/>
          <p:cNvSpPr txBox="1"/>
          <p:nvPr>
            <p:ph idx="11" type="ftr"/>
          </p:nvPr>
        </p:nvSpPr>
        <p:spPr>
          <a:xfrm>
            <a:off x="2271713" y="11300181"/>
            <a:ext cx="2314575" cy="649111"/>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4"/>
          <p:cNvSpPr txBox="1"/>
          <p:nvPr>
            <p:ph idx="12" type="sldNum"/>
          </p:nvPr>
        </p:nvSpPr>
        <p:spPr>
          <a:xfrm>
            <a:off x="4843463" y="11300181"/>
            <a:ext cx="1543050" cy="649111"/>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תמונה עם כיתוב" type="picTx">
  <p:cSld name="PICTURE_WITH_CAPTION_TEXT">
    <p:spTree>
      <p:nvGrpSpPr>
        <p:cNvPr id="65" name="Shape 65"/>
        <p:cNvGrpSpPr/>
        <p:nvPr/>
      </p:nvGrpSpPr>
      <p:grpSpPr>
        <a:xfrm>
          <a:off x="0" y="0"/>
          <a:ext cx="0" cy="0"/>
          <a:chOff x="0" y="0"/>
          <a:chExt cx="0" cy="0"/>
        </a:xfrm>
      </p:grpSpPr>
      <p:sp>
        <p:nvSpPr>
          <p:cNvPr id="66" name="Google Shape;66;p15"/>
          <p:cNvSpPr txBox="1"/>
          <p:nvPr>
            <p:ph type="title"/>
          </p:nvPr>
        </p:nvSpPr>
        <p:spPr>
          <a:xfrm>
            <a:off x="472381" y="812800"/>
            <a:ext cx="2211884" cy="2844800"/>
          </a:xfrm>
          <a:prstGeom prst="rect">
            <a:avLst/>
          </a:prstGeom>
          <a:noFill/>
          <a:ln>
            <a:noFill/>
          </a:ln>
        </p:spPr>
        <p:txBody>
          <a:bodyPr anchorCtr="0" anchor="b" bIns="45700" lIns="91425" spcFirstLastPara="1" rIns="91425" wrap="square" tIns="45700">
            <a:normAutofit/>
          </a:bodyPr>
          <a:lstStyle>
            <a:lvl1pPr lvl="0" rtl="1"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5"/>
          <p:cNvSpPr/>
          <p:nvPr>
            <p:ph idx="2" type="pic"/>
          </p:nvPr>
        </p:nvSpPr>
        <p:spPr>
          <a:xfrm>
            <a:off x="2915543" y="1755425"/>
            <a:ext cx="3471863" cy="8664222"/>
          </a:xfrm>
          <a:prstGeom prst="rect">
            <a:avLst/>
          </a:prstGeom>
          <a:noFill/>
          <a:ln>
            <a:noFill/>
          </a:ln>
        </p:spPr>
      </p:sp>
      <p:sp>
        <p:nvSpPr>
          <p:cNvPr id="68" name="Google Shape;68;p15"/>
          <p:cNvSpPr txBox="1"/>
          <p:nvPr>
            <p:ph idx="1" type="body"/>
          </p:nvPr>
        </p:nvSpPr>
        <p:spPr>
          <a:xfrm>
            <a:off x="472381" y="3657600"/>
            <a:ext cx="2211884" cy="6776156"/>
          </a:xfrm>
          <a:prstGeom prst="rect">
            <a:avLst/>
          </a:prstGeom>
          <a:noFill/>
          <a:ln>
            <a:noFill/>
          </a:ln>
        </p:spPr>
        <p:txBody>
          <a:bodyPr anchorCtr="0" anchor="t" bIns="45700" lIns="91425" spcFirstLastPara="1" rIns="91425" wrap="square" tIns="45700">
            <a:normAutofit/>
          </a:bodyPr>
          <a:lstStyle>
            <a:lvl1pPr indent="-228600" lvl="0" marL="457200" rtl="1" algn="r">
              <a:lnSpc>
                <a:spcPct val="90000"/>
              </a:lnSpc>
              <a:spcBef>
                <a:spcPts val="750"/>
              </a:spcBef>
              <a:spcAft>
                <a:spcPts val="0"/>
              </a:spcAft>
              <a:buClr>
                <a:schemeClr val="dk1"/>
              </a:buClr>
              <a:buSzPts val="1200"/>
              <a:buNone/>
              <a:defRPr sz="1200"/>
            </a:lvl1pPr>
            <a:lvl2pPr indent="-228600" lvl="1" marL="914400" rtl="1" algn="r">
              <a:lnSpc>
                <a:spcPct val="90000"/>
              </a:lnSpc>
              <a:spcBef>
                <a:spcPts val="375"/>
              </a:spcBef>
              <a:spcAft>
                <a:spcPts val="0"/>
              </a:spcAft>
              <a:buClr>
                <a:schemeClr val="dk1"/>
              </a:buClr>
              <a:buSzPts val="1050"/>
              <a:buNone/>
              <a:defRPr sz="1050"/>
            </a:lvl2pPr>
            <a:lvl3pPr indent="-228600" lvl="2" marL="1371600" rtl="1" algn="r">
              <a:lnSpc>
                <a:spcPct val="90000"/>
              </a:lnSpc>
              <a:spcBef>
                <a:spcPts val="375"/>
              </a:spcBef>
              <a:spcAft>
                <a:spcPts val="0"/>
              </a:spcAft>
              <a:buClr>
                <a:schemeClr val="dk1"/>
              </a:buClr>
              <a:buSzPts val="900"/>
              <a:buNone/>
              <a:defRPr sz="900"/>
            </a:lvl3pPr>
            <a:lvl4pPr indent="-228600" lvl="3" marL="1828800" rtl="1" algn="r">
              <a:lnSpc>
                <a:spcPct val="90000"/>
              </a:lnSpc>
              <a:spcBef>
                <a:spcPts val="375"/>
              </a:spcBef>
              <a:spcAft>
                <a:spcPts val="0"/>
              </a:spcAft>
              <a:buClr>
                <a:schemeClr val="dk1"/>
              </a:buClr>
              <a:buSzPts val="750"/>
              <a:buNone/>
              <a:defRPr sz="750"/>
            </a:lvl4pPr>
            <a:lvl5pPr indent="-228600" lvl="4" marL="2286000" rtl="1" algn="r">
              <a:lnSpc>
                <a:spcPct val="90000"/>
              </a:lnSpc>
              <a:spcBef>
                <a:spcPts val="375"/>
              </a:spcBef>
              <a:spcAft>
                <a:spcPts val="0"/>
              </a:spcAft>
              <a:buClr>
                <a:schemeClr val="dk1"/>
              </a:buClr>
              <a:buSzPts val="750"/>
              <a:buNone/>
              <a:defRPr sz="750"/>
            </a:lvl5pPr>
            <a:lvl6pPr indent="-228600" lvl="5" marL="2743200" rtl="1" algn="r">
              <a:lnSpc>
                <a:spcPct val="90000"/>
              </a:lnSpc>
              <a:spcBef>
                <a:spcPts val="375"/>
              </a:spcBef>
              <a:spcAft>
                <a:spcPts val="0"/>
              </a:spcAft>
              <a:buClr>
                <a:schemeClr val="dk1"/>
              </a:buClr>
              <a:buSzPts val="750"/>
              <a:buNone/>
              <a:defRPr sz="750"/>
            </a:lvl6pPr>
            <a:lvl7pPr indent="-228600" lvl="6" marL="3200400" rtl="1" algn="r">
              <a:lnSpc>
                <a:spcPct val="90000"/>
              </a:lnSpc>
              <a:spcBef>
                <a:spcPts val="375"/>
              </a:spcBef>
              <a:spcAft>
                <a:spcPts val="0"/>
              </a:spcAft>
              <a:buClr>
                <a:schemeClr val="dk1"/>
              </a:buClr>
              <a:buSzPts val="750"/>
              <a:buNone/>
              <a:defRPr sz="750"/>
            </a:lvl7pPr>
            <a:lvl8pPr indent="-228600" lvl="7" marL="3657600" rtl="1" algn="r">
              <a:lnSpc>
                <a:spcPct val="90000"/>
              </a:lnSpc>
              <a:spcBef>
                <a:spcPts val="375"/>
              </a:spcBef>
              <a:spcAft>
                <a:spcPts val="0"/>
              </a:spcAft>
              <a:buClr>
                <a:schemeClr val="dk1"/>
              </a:buClr>
              <a:buSzPts val="750"/>
              <a:buNone/>
              <a:defRPr sz="750"/>
            </a:lvl8pPr>
            <a:lvl9pPr indent="-228600" lvl="8" marL="4114800" rtl="1" algn="r">
              <a:lnSpc>
                <a:spcPct val="90000"/>
              </a:lnSpc>
              <a:spcBef>
                <a:spcPts val="375"/>
              </a:spcBef>
              <a:spcAft>
                <a:spcPts val="0"/>
              </a:spcAft>
              <a:buClr>
                <a:schemeClr val="dk1"/>
              </a:buClr>
              <a:buSzPts val="750"/>
              <a:buNone/>
              <a:defRPr sz="750"/>
            </a:lvl9pPr>
          </a:lstStyle>
          <a:p/>
        </p:txBody>
      </p:sp>
      <p:sp>
        <p:nvSpPr>
          <p:cNvPr id="69" name="Google Shape;69;p15"/>
          <p:cNvSpPr txBox="1"/>
          <p:nvPr>
            <p:ph idx="10" type="dt"/>
          </p:nvPr>
        </p:nvSpPr>
        <p:spPr>
          <a:xfrm>
            <a:off x="471488" y="11300181"/>
            <a:ext cx="1543050" cy="64911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5"/>
          <p:cNvSpPr txBox="1"/>
          <p:nvPr>
            <p:ph idx="11" type="ftr"/>
          </p:nvPr>
        </p:nvSpPr>
        <p:spPr>
          <a:xfrm>
            <a:off x="2271713" y="11300181"/>
            <a:ext cx="2314575" cy="649111"/>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5"/>
          <p:cNvSpPr txBox="1"/>
          <p:nvPr>
            <p:ph idx="12" type="sldNum"/>
          </p:nvPr>
        </p:nvSpPr>
        <p:spPr>
          <a:xfrm>
            <a:off x="4843463" y="11300181"/>
            <a:ext cx="1543050" cy="649111"/>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כותרת וטקסט אנכי" type="vertTx">
  <p:cSld name="VERTICAL_TEXT">
    <p:spTree>
      <p:nvGrpSpPr>
        <p:cNvPr id="72" name="Shape 72"/>
        <p:cNvGrpSpPr/>
        <p:nvPr/>
      </p:nvGrpSpPr>
      <p:grpSpPr>
        <a:xfrm>
          <a:off x="0" y="0"/>
          <a:ext cx="0" cy="0"/>
          <a:chOff x="0" y="0"/>
          <a:chExt cx="0" cy="0"/>
        </a:xfrm>
      </p:grpSpPr>
      <p:sp>
        <p:nvSpPr>
          <p:cNvPr id="73" name="Google Shape;73;p16"/>
          <p:cNvSpPr txBox="1"/>
          <p:nvPr>
            <p:ph type="title"/>
          </p:nvPr>
        </p:nvSpPr>
        <p:spPr>
          <a:xfrm>
            <a:off x="471488" y="649114"/>
            <a:ext cx="5915025" cy="2356556"/>
          </a:xfrm>
          <a:prstGeom prst="rect">
            <a:avLst/>
          </a:prstGeom>
          <a:noFill/>
          <a:ln>
            <a:noFill/>
          </a:ln>
        </p:spPr>
        <p:txBody>
          <a:bodyPr anchorCtr="0" anchor="ctr" bIns="45700" lIns="91425" spcFirstLastPara="1" rIns="91425" wrap="square" tIns="45700">
            <a:normAutofit/>
          </a:bodyPr>
          <a:lstStyle>
            <a:lvl1pPr lvl="0" rtl="1"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6"/>
          <p:cNvSpPr txBox="1"/>
          <p:nvPr>
            <p:ph idx="1" type="body"/>
          </p:nvPr>
        </p:nvSpPr>
        <p:spPr>
          <a:xfrm rot="5400000">
            <a:off x="-438856" y="4155899"/>
            <a:ext cx="7735712" cy="5915025"/>
          </a:xfrm>
          <a:prstGeom prst="rect">
            <a:avLst/>
          </a:prstGeom>
          <a:noFill/>
          <a:ln>
            <a:noFill/>
          </a:ln>
        </p:spPr>
        <p:txBody>
          <a:bodyPr anchorCtr="0" anchor="t" bIns="45700" lIns="91425" spcFirstLastPara="1" rIns="91425" wrap="square" tIns="45700">
            <a:normAutofit/>
          </a:bodyPr>
          <a:lstStyle>
            <a:lvl1pPr indent="-342900" lvl="0" marL="457200" rtl="1" algn="r">
              <a:lnSpc>
                <a:spcPct val="90000"/>
              </a:lnSpc>
              <a:spcBef>
                <a:spcPts val="750"/>
              </a:spcBef>
              <a:spcAft>
                <a:spcPts val="0"/>
              </a:spcAft>
              <a:buClr>
                <a:schemeClr val="dk1"/>
              </a:buClr>
              <a:buSzPts val="1800"/>
              <a:buChar char="•"/>
              <a:defRPr/>
            </a:lvl1pPr>
            <a:lvl2pPr indent="-342900" lvl="1" marL="914400" rtl="1" algn="r">
              <a:lnSpc>
                <a:spcPct val="90000"/>
              </a:lnSpc>
              <a:spcBef>
                <a:spcPts val="375"/>
              </a:spcBef>
              <a:spcAft>
                <a:spcPts val="0"/>
              </a:spcAft>
              <a:buClr>
                <a:schemeClr val="dk1"/>
              </a:buClr>
              <a:buSzPts val="1800"/>
              <a:buChar char="•"/>
              <a:defRPr/>
            </a:lvl2pPr>
            <a:lvl3pPr indent="-342900" lvl="2" marL="1371600" rtl="1" algn="r">
              <a:lnSpc>
                <a:spcPct val="90000"/>
              </a:lnSpc>
              <a:spcBef>
                <a:spcPts val="375"/>
              </a:spcBef>
              <a:spcAft>
                <a:spcPts val="0"/>
              </a:spcAft>
              <a:buClr>
                <a:schemeClr val="dk1"/>
              </a:buClr>
              <a:buSzPts val="1800"/>
              <a:buChar char="•"/>
              <a:defRPr/>
            </a:lvl3pPr>
            <a:lvl4pPr indent="-342900" lvl="3" marL="1828800" rtl="1" algn="r">
              <a:lnSpc>
                <a:spcPct val="90000"/>
              </a:lnSpc>
              <a:spcBef>
                <a:spcPts val="375"/>
              </a:spcBef>
              <a:spcAft>
                <a:spcPts val="0"/>
              </a:spcAft>
              <a:buClr>
                <a:schemeClr val="dk1"/>
              </a:buClr>
              <a:buSzPts val="1800"/>
              <a:buChar char="•"/>
              <a:defRPr/>
            </a:lvl4pPr>
            <a:lvl5pPr indent="-342900" lvl="4" marL="2286000" rtl="1" algn="r">
              <a:lnSpc>
                <a:spcPct val="90000"/>
              </a:lnSpc>
              <a:spcBef>
                <a:spcPts val="375"/>
              </a:spcBef>
              <a:spcAft>
                <a:spcPts val="0"/>
              </a:spcAft>
              <a:buClr>
                <a:schemeClr val="dk1"/>
              </a:buClr>
              <a:buSzPts val="1800"/>
              <a:buChar char="•"/>
              <a:defRPr/>
            </a:lvl5pPr>
            <a:lvl6pPr indent="-342900" lvl="5" marL="2743200" rtl="1" algn="r">
              <a:lnSpc>
                <a:spcPct val="90000"/>
              </a:lnSpc>
              <a:spcBef>
                <a:spcPts val="375"/>
              </a:spcBef>
              <a:spcAft>
                <a:spcPts val="0"/>
              </a:spcAft>
              <a:buClr>
                <a:schemeClr val="dk1"/>
              </a:buClr>
              <a:buSzPts val="1800"/>
              <a:buChar char="•"/>
              <a:defRPr/>
            </a:lvl6pPr>
            <a:lvl7pPr indent="-342900" lvl="6" marL="3200400" rtl="1" algn="r">
              <a:lnSpc>
                <a:spcPct val="90000"/>
              </a:lnSpc>
              <a:spcBef>
                <a:spcPts val="375"/>
              </a:spcBef>
              <a:spcAft>
                <a:spcPts val="0"/>
              </a:spcAft>
              <a:buClr>
                <a:schemeClr val="dk1"/>
              </a:buClr>
              <a:buSzPts val="1800"/>
              <a:buChar char="•"/>
              <a:defRPr/>
            </a:lvl7pPr>
            <a:lvl8pPr indent="-342900" lvl="7" marL="3657600" rtl="1" algn="r">
              <a:lnSpc>
                <a:spcPct val="90000"/>
              </a:lnSpc>
              <a:spcBef>
                <a:spcPts val="375"/>
              </a:spcBef>
              <a:spcAft>
                <a:spcPts val="0"/>
              </a:spcAft>
              <a:buClr>
                <a:schemeClr val="dk1"/>
              </a:buClr>
              <a:buSzPts val="1800"/>
              <a:buChar char="•"/>
              <a:defRPr/>
            </a:lvl8pPr>
            <a:lvl9pPr indent="-342900" lvl="8" marL="4114800" rtl="1" algn="r">
              <a:lnSpc>
                <a:spcPct val="90000"/>
              </a:lnSpc>
              <a:spcBef>
                <a:spcPts val="375"/>
              </a:spcBef>
              <a:spcAft>
                <a:spcPts val="0"/>
              </a:spcAft>
              <a:buClr>
                <a:schemeClr val="dk1"/>
              </a:buClr>
              <a:buSzPts val="1800"/>
              <a:buChar char="•"/>
              <a:defRPr/>
            </a:lvl9pPr>
          </a:lstStyle>
          <a:p/>
        </p:txBody>
      </p:sp>
      <p:sp>
        <p:nvSpPr>
          <p:cNvPr id="75" name="Google Shape;75;p16"/>
          <p:cNvSpPr txBox="1"/>
          <p:nvPr>
            <p:ph idx="10" type="dt"/>
          </p:nvPr>
        </p:nvSpPr>
        <p:spPr>
          <a:xfrm>
            <a:off x="471488" y="11300181"/>
            <a:ext cx="1543050" cy="64911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6"/>
          <p:cNvSpPr txBox="1"/>
          <p:nvPr>
            <p:ph idx="11" type="ftr"/>
          </p:nvPr>
        </p:nvSpPr>
        <p:spPr>
          <a:xfrm>
            <a:off x="2271713" y="11300181"/>
            <a:ext cx="2314575" cy="649111"/>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6"/>
          <p:cNvSpPr txBox="1"/>
          <p:nvPr>
            <p:ph idx="12" type="sldNum"/>
          </p:nvPr>
        </p:nvSpPr>
        <p:spPr>
          <a:xfrm>
            <a:off x="4843463" y="11300181"/>
            <a:ext cx="1543050" cy="649111"/>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כותרת אנכית וטקסט" type="vertTitleAndTx">
  <p:cSld name="VERTICAL_TITLE_AND_VERTICAL_TEXT">
    <p:spTree>
      <p:nvGrpSpPr>
        <p:cNvPr id="78" name="Shape 78"/>
        <p:cNvGrpSpPr/>
        <p:nvPr/>
      </p:nvGrpSpPr>
      <p:grpSpPr>
        <a:xfrm>
          <a:off x="0" y="0"/>
          <a:ext cx="0" cy="0"/>
          <a:chOff x="0" y="0"/>
          <a:chExt cx="0" cy="0"/>
        </a:xfrm>
      </p:grpSpPr>
      <p:sp>
        <p:nvSpPr>
          <p:cNvPr id="79" name="Google Shape;79;p17"/>
          <p:cNvSpPr txBox="1"/>
          <p:nvPr>
            <p:ph type="title"/>
          </p:nvPr>
        </p:nvSpPr>
        <p:spPr>
          <a:xfrm rot="5400000">
            <a:off x="481057" y="5075811"/>
            <a:ext cx="10332156" cy="1478756"/>
          </a:xfrm>
          <a:prstGeom prst="rect">
            <a:avLst/>
          </a:prstGeom>
          <a:noFill/>
          <a:ln>
            <a:noFill/>
          </a:ln>
        </p:spPr>
        <p:txBody>
          <a:bodyPr anchorCtr="0" anchor="ctr" bIns="45700" lIns="91425" spcFirstLastPara="1" rIns="91425" wrap="square" tIns="45700">
            <a:normAutofit/>
          </a:bodyPr>
          <a:lstStyle>
            <a:lvl1pPr lvl="0" rtl="1"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7"/>
          <p:cNvSpPr txBox="1"/>
          <p:nvPr>
            <p:ph idx="1" type="body"/>
          </p:nvPr>
        </p:nvSpPr>
        <p:spPr>
          <a:xfrm rot="5400000">
            <a:off x="-2519318" y="3639917"/>
            <a:ext cx="10332156" cy="4350544"/>
          </a:xfrm>
          <a:prstGeom prst="rect">
            <a:avLst/>
          </a:prstGeom>
          <a:noFill/>
          <a:ln>
            <a:noFill/>
          </a:ln>
        </p:spPr>
        <p:txBody>
          <a:bodyPr anchorCtr="0" anchor="t" bIns="45700" lIns="91425" spcFirstLastPara="1" rIns="91425" wrap="square" tIns="45700">
            <a:normAutofit/>
          </a:bodyPr>
          <a:lstStyle>
            <a:lvl1pPr indent="-342900" lvl="0" marL="457200" rtl="1" algn="r">
              <a:lnSpc>
                <a:spcPct val="90000"/>
              </a:lnSpc>
              <a:spcBef>
                <a:spcPts val="750"/>
              </a:spcBef>
              <a:spcAft>
                <a:spcPts val="0"/>
              </a:spcAft>
              <a:buClr>
                <a:schemeClr val="dk1"/>
              </a:buClr>
              <a:buSzPts val="1800"/>
              <a:buChar char="•"/>
              <a:defRPr/>
            </a:lvl1pPr>
            <a:lvl2pPr indent="-342900" lvl="1" marL="914400" rtl="1" algn="r">
              <a:lnSpc>
                <a:spcPct val="90000"/>
              </a:lnSpc>
              <a:spcBef>
                <a:spcPts val="375"/>
              </a:spcBef>
              <a:spcAft>
                <a:spcPts val="0"/>
              </a:spcAft>
              <a:buClr>
                <a:schemeClr val="dk1"/>
              </a:buClr>
              <a:buSzPts val="1800"/>
              <a:buChar char="•"/>
              <a:defRPr/>
            </a:lvl2pPr>
            <a:lvl3pPr indent="-342900" lvl="2" marL="1371600" rtl="1" algn="r">
              <a:lnSpc>
                <a:spcPct val="90000"/>
              </a:lnSpc>
              <a:spcBef>
                <a:spcPts val="375"/>
              </a:spcBef>
              <a:spcAft>
                <a:spcPts val="0"/>
              </a:spcAft>
              <a:buClr>
                <a:schemeClr val="dk1"/>
              </a:buClr>
              <a:buSzPts val="1800"/>
              <a:buChar char="•"/>
              <a:defRPr/>
            </a:lvl3pPr>
            <a:lvl4pPr indent="-342900" lvl="3" marL="1828800" rtl="1" algn="r">
              <a:lnSpc>
                <a:spcPct val="90000"/>
              </a:lnSpc>
              <a:spcBef>
                <a:spcPts val="375"/>
              </a:spcBef>
              <a:spcAft>
                <a:spcPts val="0"/>
              </a:spcAft>
              <a:buClr>
                <a:schemeClr val="dk1"/>
              </a:buClr>
              <a:buSzPts val="1800"/>
              <a:buChar char="•"/>
              <a:defRPr/>
            </a:lvl4pPr>
            <a:lvl5pPr indent="-342900" lvl="4" marL="2286000" rtl="1" algn="r">
              <a:lnSpc>
                <a:spcPct val="90000"/>
              </a:lnSpc>
              <a:spcBef>
                <a:spcPts val="375"/>
              </a:spcBef>
              <a:spcAft>
                <a:spcPts val="0"/>
              </a:spcAft>
              <a:buClr>
                <a:schemeClr val="dk1"/>
              </a:buClr>
              <a:buSzPts val="1800"/>
              <a:buChar char="•"/>
              <a:defRPr/>
            </a:lvl5pPr>
            <a:lvl6pPr indent="-342900" lvl="5" marL="2743200" rtl="1" algn="r">
              <a:lnSpc>
                <a:spcPct val="90000"/>
              </a:lnSpc>
              <a:spcBef>
                <a:spcPts val="375"/>
              </a:spcBef>
              <a:spcAft>
                <a:spcPts val="0"/>
              </a:spcAft>
              <a:buClr>
                <a:schemeClr val="dk1"/>
              </a:buClr>
              <a:buSzPts val="1800"/>
              <a:buChar char="•"/>
              <a:defRPr/>
            </a:lvl6pPr>
            <a:lvl7pPr indent="-342900" lvl="6" marL="3200400" rtl="1" algn="r">
              <a:lnSpc>
                <a:spcPct val="90000"/>
              </a:lnSpc>
              <a:spcBef>
                <a:spcPts val="375"/>
              </a:spcBef>
              <a:spcAft>
                <a:spcPts val="0"/>
              </a:spcAft>
              <a:buClr>
                <a:schemeClr val="dk1"/>
              </a:buClr>
              <a:buSzPts val="1800"/>
              <a:buChar char="•"/>
              <a:defRPr/>
            </a:lvl7pPr>
            <a:lvl8pPr indent="-342900" lvl="7" marL="3657600" rtl="1" algn="r">
              <a:lnSpc>
                <a:spcPct val="90000"/>
              </a:lnSpc>
              <a:spcBef>
                <a:spcPts val="375"/>
              </a:spcBef>
              <a:spcAft>
                <a:spcPts val="0"/>
              </a:spcAft>
              <a:buClr>
                <a:schemeClr val="dk1"/>
              </a:buClr>
              <a:buSzPts val="1800"/>
              <a:buChar char="•"/>
              <a:defRPr/>
            </a:lvl8pPr>
            <a:lvl9pPr indent="-342900" lvl="8" marL="4114800" rtl="1" algn="r">
              <a:lnSpc>
                <a:spcPct val="90000"/>
              </a:lnSpc>
              <a:spcBef>
                <a:spcPts val="375"/>
              </a:spcBef>
              <a:spcAft>
                <a:spcPts val="0"/>
              </a:spcAft>
              <a:buClr>
                <a:schemeClr val="dk1"/>
              </a:buClr>
              <a:buSzPts val="1800"/>
              <a:buChar char="•"/>
              <a:defRPr/>
            </a:lvl9pPr>
          </a:lstStyle>
          <a:p/>
        </p:txBody>
      </p:sp>
      <p:sp>
        <p:nvSpPr>
          <p:cNvPr id="81" name="Google Shape;81;p17"/>
          <p:cNvSpPr txBox="1"/>
          <p:nvPr>
            <p:ph idx="10" type="dt"/>
          </p:nvPr>
        </p:nvSpPr>
        <p:spPr>
          <a:xfrm>
            <a:off x="471488" y="11300181"/>
            <a:ext cx="1543050" cy="64911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7"/>
          <p:cNvSpPr txBox="1"/>
          <p:nvPr>
            <p:ph idx="11" type="ftr"/>
          </p:nvPr>
        </p:nvSpPr>
        <p:spPr>
          <a:xfrm>
            <a:off x="2271713" y="11300181"/>
            <a:ext cx="2314575" cy="649111"/>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7"/>
          <p:cNvSpPr txBox="1"/>
          <p:nvPr>
            <p:ph idx="12" type="sldNum"/>
          </p:nvPr>
        </p:nvSpPr>
        <p:spPr>
          <a:xfrm>
            <a:off x="4843463" y="11300181"/>
            <a:ext cx="1543050" cy="649111"/>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w-IL"/>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6"/>
          <p:cNvSpPr txBox="1"/>
          <p:nvPr>
            <p:ph type="title"/>
          </p:nvPr>
        </p:nvSpPr>
        <p:spPr>
          <a:xfrm>
            <a:off x="471488" y="649114"/>
            <a:ext cx="5915025" cy="2356556"/>
          </a:xfrm>
          <a:prstGeom prst="rect">
            <a:avLst/>
          </a:prstGeom>
          <a:noFill/>
          <a:ln>
            <a:noFill/>
          </a:ln>
        </p:spPr>
        <p:txBody>
          <a:bodyPr anchorCtr="0" anchor="ctr" bIns="45700" lIns="91425" spcFirstLastPara="1" rIns="91425" wrap="square" tIns="45700">
            <a:normAutofit/>
          </a:bodyPr>
          <a:lstStyle>
            <a:lvl1pPr lvl="0" marR="0" rtl="1"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6"/>
          <p:cNvSpPr txBox="1"/>
          <p:nvPr>
            <p:ph idx="1" type="body"/>
          </p:nvPr>
        </p:nvSpPr>
        <p:spPr>
          <a:xfrm>
            <a:off x="471488" y="3245556"/>
            <a:ext cx="5915025" cy="7735712"/>
          </a:xfrm>
          <a:prstGeom prst="rect">
            <a:avLst/>
          </a:prstGeom>
          <a:noFill/>
          <a:ln>
            <a:noFill/>
          </a:ln>
        </p:spPr>
        <p:txBody>
          <a:bodyPr anchorCtr="0" anchor="t" bIns="45700" lIns="91425" spcFirstLastPara="1" rIns="91425" wrap="square" tIns="45700">
            <a:normAutofit/>
          </a:bodyPr>
          <a:lstStyle>
            <a:lvl1pPr indent="-361950" lvl="0" marL="457200" marR="0" rtl="1" algn="r">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1" algn="r">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1" algn="r">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1" algn="r">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1" algn="r">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1" algn="r">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1" algn="r">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1" algn="r">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1" algn="r">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2" name="Google Shape;12;p6"/>
          <p:cNvSpPr txBox="1"/>
          <p:nvPr>
            <p:ph idx="10" type="dt"/>
          </p:nvPr>
        </p:nvSpPr>
        <p:spPr>
          <a:xfrm>
            <a:off x="471488" y="11300181"/>
            <a:ext cx="1543050" cy="649111"/>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6"/>
          <p:cNvSpPr txBox="1"/>
          <p:nvPr>
            <p:ph idx="11" type="ftr"/>
          </p:nvPr>
        </p:nvSpPr>
        <p:spPr>
          <a:xfrm>
            <a:off x="2271713" y="11300181"/>
            <a:ext cx="2314575" cy="649111"/>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6"/>
          <p:cNvSpPr txBox="1"/>
          <p:nvPr>
            <p:ph idx="12" type="sldNum"/>
          </p:nvPr>
        </p:nvSpPr>
        <p:spPr>
          <a:xfrm>
            <a:off x="4843463" y="11300181"/>
            <a:ext cx="1543050" cy="649111"/>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iw-IL"/>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image" Target="../media/image10.png"/><Relationship Id="rId6"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p1"/>
          <p:cNvPicPr preferRelativeResize="0"/>
          <p:nvPr/>
        </p:nvPicPr>
        <p:blipFill rotWithShape="1">
          <a:blip r:embed="rId3">
            <a:alphaModFix/>
          </a:blip>
          <a:srcRect b="0" l="0" r="0" t="0"/>
          <a:stretch/>
        </p:blipFill>
        <p:spPr>
          <a:xfrm>
            <a:off x="49097" y="0"/>
            <a:ext cx="1157316" cy="1128604"/>
          </a:xfrm>
          <a:prstGeom prst="rect">
            <a:avLst/>
          </a:prstGeom>
          <a:noFill/>
          <a:ln>
            <a:noFill/>
          </a:ln>
        </p:spPr>
      </p:pic>
      <p:sp>
        <p:nvSpPr>
          <p:cNvPr id="89" name="Google Shape;89;p1"/>
          <p:cNvSpPr txBox="1"/>
          <p:nvPr>
            <p:ph type="title"/>
          </p:nvPr>
        </p:nvSpPr>
        <p:spPr>
          <a:xfrm>
            <a:off x="0" y="1035757"/>
            <a:ext cx="6858000" cy="417686"/>
          </a:xfrm>
          <a:prstGeom prst="rect">
            <a:avLst/>
          </a:prstGeom>
          <a:noFill/>
          <a:ln>
            <a:noFill/>
          </a:ln>
        </p:spPr>
        <p:txBody>
          <a:bodyPr anchorCtr="0" anchor="ctr" bIns="45700" lIns="91425" spcFirstLastPara="1" rIns="91425" wrap="square" tIns="45700">
            <a:normAutofit fontScale="90000"/>
          </a:bodyPr>
          <a:lstStyle/>
          <a:p>
            <a:pPr indent="0" lvl="0" marL="0" rtl="1" algn="ctr">
              <a:lnSpc>
                <a:spcPct val="90000"/>
              </a:lnSpc>
              <a:spcBef>
                <a:spcPts val="0"/>
              </a:spcBef>
              <a:spcAft>
                <a:spcPts val="0"/>
              </a:spcAft>
              <a:buClr>
                <a:schemeClr val="dk1"/>
              </a:buClr>
              <a:buSzPct val="100000"/>
              <a:buFont typeface="Aharoni"/>
              <a:buNone/>
            </a:pPr>
            <a:r>
              <a:rPr b="1" lang="iw-IL" sz="2400" u="sng">
                <a:latin typeface="Aharoni"/>
                <a:ea typeface="Aharoni"/>
                <a:cs typeface="Aharoni"/>
                <a:sym typeface="Aharoni"/>
              </a:rPr>
              <a:t>תמצית הדרכת בטיחות והוראות בטיחות לעבוד באתר בניה</a:t>
            </a:r>
            <a:endParaRPr/>
          </a:p>
        </p:txBody>
      </p:sp>
      <p:sp>
        <p:nvSpPr>
          <p:cNvPr id="90" name="Google Shape;90;p1"/>
          <p:cNvSpPr txBox="1"/>
          <p:nvPr>
            <p:ph idx="1" type="body"/>
          </p:nvPr>
        </p:nvSpPr>
        <p:spPr>
          <a:xfrm>
            <a:off x="0" y="1630305"/>
            <a:ext cx="6858000" cy="559948"/>
          </a:xfrm>
          <a:prstGeom prst="rect">
            <a:avLst/>
          </a:prstGeom>
          <a:noFill/>
          <a:ln>
            <a:noFill/>
          </a:ln>
        </p:spPr>
        <p:txBody>
          <a:bodyPr anchorCtr="0" anchor="t" bIns="45700" lIns="91425" spcFirstLastPara="1" rIns="91425" wrap="square" tIns="45700">
            <a:normAutofit/>
          </a:bodyPr>
          <a:lstStyle/>
          <a:p>
            <a:pPr indent="0" lvl="0" marL="0" rtl="1" algn="r">
              <a:lnSpc>
                <a:spcPct val="90000"/>
              </a:lnSpc>
              <a:spcBef>
                <a:spcPts val="0"/>
              </a:spcBef>
              <a:spcAft>
                <a:spcPts val="0"/>
              </a:spcAft>
              <a:buClr>
                <a:schemeClr val="dk1"/>
              </a:buClr>
              <a:buSzPts val="2800"/>
              <a:buNone/>
            </a:pPr>
            <a:r>
              <a:rPr lang="iw-IL" sz="2800" u="sng">
                <a:latin typeface="Aharoni"/>
                <a:ea typeface="Aharoni"/>
                <a:cs typeface="Aharoni"/>
                <a:sym typeface="Aharoni"/>
              </a:rPr>
              <a:t>ציוד מגן אישי</a:t>
            </a:r>
            <a:endParaRPr/>
          </a:p>
        </p:txBody>
      </p:sp>
      <p:graphicFrame>
        <p:nvGraphicFramePr>
          <p:cNvPr id="91" name="Google Shape;91;p1"/>
          <p:cNvGraphicFramePr/>
          <p:nvPr/>
        </p:nvGraphicFramePr>
        <p:xfrm>
          <a:off x="143271" y="3072573"/>
          <a:ext cx="3000000" cy="3000000"/>
        </p:xfrm>
        <a:graphic>
          <a:graphicData uri="http://schemas.openxmlformats.org/drawingml/2006/table">
            <a:tbl>
              <a:tblPr bandRow="1" firstCol="1" firstRow="1">
                <a:noFill/>
                <a:tableStyleId>{FB6D6766-C3E4-4BB9-BE31-83216EC31A9B}</a:tableStyleId>
              </a:tblPr>
              <a:tblGrid>
                <a:gridCol w="1690500"/>
                <a:gridCol w="1932000"/>
                <a:gridCol w="2948975"/>
              </a:tblGrid>
              <a:tr h="148175">
                <a:tc>
                  <a:txBody>
                    <a:bodyPr/>
                    <a:lstStyle/>
                    <a:p>
                      <a:pPr indent="0" lvl="0" marL="0" marR="0" rtl="1" algn="ctr">
                        <a:lnSpc>
                          <a:spcPct val="107000"/>
                        </a:lnSpc>
                        <a:spcBef>
                          <a:spcPts val="0"/>
                        </a:spcBef>
                        <a:spcAft>
                          <a:spcPts val="0"/>
                        </a:spcAft>
                        <a:buNone/>
                      </a:pPr>
                      <a:r>
                        <a:rPr lang="iw-IL" sz="1100" u="none" cap="none" strike="noStrike">
                          <a:latin typeface="Aharoni"/>
                          <a:ea typeface="Aharoni"/>
                          <a:cs typeface="Aharoni"/>
                          <a:sym typeface="Aharoni"/>
                        </a:rPr>
                        <a:t>השפעה שלילית</a:t>
                      </a:r>
                      <a:endParaRPr sz="1100" u="none" cap="none" strike="noStrike">
                        <a:solidFill>
                          <a:schemeClr val="dk1"/>
                        </a:solidFill>
                        <a:latin typeface="Aharoni"/>
                        <a:ea typeface="Aharoni"/>
                        <a:cs typeface="Aharoni"/>
                        <a:sym typeface="Aharoni"/>
                      </a:endParaRPr>
                    </a:p>
                  </a:txBody>
                  <a:tcPr marT="0" marB="0" marR="65225" marL="652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1" algn="ctr">
                        <a:lnSpc>
                          <a:spcPct val="107000"/>
                        </a:lnSpc>
                        <a:spcBef>
                          <a:spcPts val="0"/>
                        </a:spcBef>
                        <a:spcAft>
                          <a:spcPts val="0"/>
                        </a:spcAft>
                        <a:buNone/>
                      </a:pPr>
                      <a:r>
                        <a:rPr lang="iw-IL" sz="1100" u="none" cap="none" strike="noStrike">
                          <a:latin typeface="Aharoni"/>
                          <a:ea typeface="Aharoni"/>
                          <a:cs typeface="Aharoni"/>
                          <a:sym typeface="Aharoni"/>
                        </a:rPr>
                        <a:t>כשל\תרחיש שלילי</a:t>
                      </a:r>
                      <a:endParaRPr sz="1100" u="none" cap="none" strike="noStrike">
                        <a:solidFill>
                          <a:schemeClr val="dk1"/>
                        </a:solidFill>
                        <a:latin typeface="Aharoni"/>
                        <a:ea typeface="Aharoni"/>
                        <a:cs typeface="Aharoni"/>
                        <a:sym typeface="Aharoni"/>
                      </a:endParaRPr>
                    </a:p>
                  </a:txBody>
                  <a:tcPr marT="0" marB="0" marR="65225" marL="652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1" algn="ctr">
                        <a:lnSpc>
                          <a:spcPct val="107000"/>
                        </a:lnSpc>
                        <a:spcBef>
                          <a:spcPts val="0"/>
                        </a:spcBef>
                        <a:spcAft>
                          <a:spcPts val="0"/>
                        </a:spcAft>
                        <a:buNone/>
                      </a:pPr>
                      <a:r>
                        <a:rPr lang="iw-IL" sz="1100" u="none" cap="none" strike="noStrike">
                          <a:latin typeface="Aharoni"/>
                          <a:ea typeface="Aharoni"/>
                          <a:cs typeface="Aharoni"/>
                          <a:sym typeface="Aharoni"/>
                        </a:rPr>
                        <a:t>סילוק\מיזעור הסיכון\דרכי מנע</a:t>
                      </a:r>
                      <a:endParaRPr sz="1100" u="none" cap="none" strike="noStrike">
                        <a:solidFill>
                          <a:schemeClr val="dk1"/>
                        </a:solidFill>
                        <a:latin typeface="Aharoni"/>
                        <a:ea typeface="Aharoni"/>
                        <a:cs typeface="Aharoni"/>
                        <a:sym typeface="Aharoni"/>
                      </a:endParaRPr>
                    </a:p>
                  </a:txBody>
                  <a:tcPr marT="0" marB="0" marR="65225" marL="652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233600">
                <a:tc>
                  <a:txBody>
                    <a:bodyPr/>
                    <a:lstStyle/>
                    <a:p>
                      <a:pPr indent="-342900" lvl="0" marL="342900" marR="0" rtl="1" algn="r">
                        <a:lnSpc>
                          <a:spcPct val="107000"/>
                        </a:lnSpc>
                        <a:spcBef>
                          <a:spcPts val="0"/>
                        </a:spcBef>
                        <a:spcAft>
                          <a:spcPts val="0"/>
                        </a:spcAft>
                        <a:buClr>
                          <a:schemeClr val="dk1"/>
                        </a:buClr>
                        <a:buSzPts val="1100"/>
                        <a:buFont typeface="Noto Sans Symbols"/>
                        <a:buChar char="∙"/>
                      </a:pPr>
                      <a:r>
                        <a:rPr lang="iw-IL" sz="1100" u="none" cap="none" strike="noStrike">
                          <a:latin typeface="Aharoni"/>
                          <a:ea typeface="Aharoni"/>
                          <a:cs typeface="Aharoni"/>
                          <a:sym typeface="Aharoni"/>
                        </a:rPr>
                        <a:t>פגיעות פיזיולוגיות</a:t>
                      </a:r>
                      <a:endParaRPr sz="1100" u="none" cap="none" strike="noStrike">
                        <a:latin typeface="Aharoni"/>
                        <a:ea typeface="Aharoni"/>
                        <a:cs typeface="Aharoni"/>
                        <a:sym typeface="Aharoni"/>
                      </a:endParaRPr>
                    </a:p>
                    <a:p>
                      <a:pPr indent="-342900" lvl="0" marL="342900" marR="0" rtl="1" algn="r">
                        <a:lnSpc>
                          <a:spcPct val="107000"/>
                        </a:lnSpc>
                        <a:spcBef>
                          <a:spcPts val="0"/>
                        </a:spcBef>
                        <a:spcAft>
                          <a:spcPts val="0"/>
                        </a:spcAft>
                        <a:buClr>
                          <a:schemeClr val="dk1"/>
                        </a:buClr>
                        <a:buSzPts val="1100"/>
                        <a:buFont typeface="Noto Sans Symbols"/>
                        <a:buChar char="∙"/>
                      </a:pPr>
                      <a:r>
                        <a:rPr lang="iw-IL" sz="1100" u="none" cap="none" strike="noStrike">
                          <a:latin typeface="Aharoni"/>
                          <a:ea typeface="Aharoni"/>
                          <a:cs typeface="Aharoni"/>
                          <a:sym typeface="Aharoni"/>
                        </a:rPr>
                        <a:t>פגיעות גפיים ועיניים</a:t>
                      </a:r>
                      <a:endParaRPr sz="1100" u="none" cap="none" strike="noStrike">
                        <a:latin typeface="Aharoni"/>
                        <a:ea typeface="Aharoni"/>
                        <a:cs typeface="Aharoni"/>
                        <a:sym typeface="Aharoni"/>
                      </a:endParaRPr>
                    </a:p>
                    <a:p>
                      <a:pPr indent="-342900" lvl="0" marL="342900" marR="0" rtl="1" algn="r">
                        <a:lnSpc>
                          <a:spcPct val="107000"/>
                        </a:lnSpc>
                        <a:spcBef>
                          <a:spcPts val="0"/>
                        </a:spcBef>
                        <a:spcAft>
                          <a:spcPts val="0"/>
                        </a:spcAft>
                        <a:buClr>
                          <a:schemeClr val="dk1"/>
                        </a:buClr>
                        <a:buSzPts val="1100"/>
                        <a:buFont typeface="Noto Sans Symbols"/>
                        <a:buChar char="∙"/>
                      </a:pPr>
                      <a:r>
                        <a:rPr lang="iw-IL" sz="1100" u="none" cap="none" strike="noStrike">
                          <a:latin typeface="Aharoni"/>
                          <a:ea typeface="Aharoni"/>
                          <a:cs typeface="Aharoni"/>
                          <a:sym typeface="Aharoni"/>
                        </a:rPr>
                        <a:t>נזק בריאותי</a:t>
                      </a:r>
                      <a:endParaRPr b="0" sz="1100" u="none" cap="none" strike="noStrike">
                        <a:solidFill>
                          <a:schemeClr val="dk1"/>
                        </a:solidFill>
                        <a:latin typeface="Aharoni"/>
                        <a:ea typeface="Aharoni"/>
                        <a:cs typeface="Aharoni"/>
                        <a:sym typeface="Aharoni"/>
                      </a:endParaRPr>
                    </a:p>
                  </a:txBody>
                  <a:tcPr marT="0" marB="0" marR="65225" marL="652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342900" lvl="0" marL="342900" marR="0" rtl="1" algn="r">
                        <a:lnSpc>
                          <a:spcPct val="107000"/>
                        </a:lnSpc>
                        <a:spcBef>
                          <a:spcPts val="0"/>
                        </a:spcBef>
                        <a:spcAft>
                          <a:spcPts val="0"/>
                        </a:spcAft>
                        <a:buClr>
                          <a:schemeClr val="dk1"/>
                        </a:buClr>
                        <a:buSzPts val="1100"/>
                        <a:buFont typeface="Noto Sans Symbols"/>
                        <a:buChar char="∙"/>
                      </a:pPr>
                      <a:r>
                        <a:rPr lang="iw-IL" sz="1100" u="none" cap="none" strike="noStrike">
                          <a:latin typeface="Aharoni"/>
                          <a:ea typeface="Aharoni"/>
                          <a:cs typeface="Aharoni"/>
                          <a:sym typeface="Aharoni"/>
                        </a:rPr>
                        <a:t>אי שימוש בציוד מגן אישי</a:t>
                      </a:r>
                      <a:endParaRPr sz="1100" u="none" cap="none" strike="noStrike">
                        <a:latin typeface="Aharoni"/>
                        <a:ea typeface="Aharoni"/>
                        <a:cs typeface="Aharoni"/>
                        <a:sym typeface="Aharoni"/>
                      </a:endParaRPr>
                    </a:p>
                    <a:p>
                      <a:pPr indent="-342900" lvl="0" marL="342900" marR="0" rtl="1" algn="r">
                        <a:lnSpc>
                          <a:spcPct val="107000"/>
                        </a:lnSpc>
                        <a:spcBef>
                          <a:spcPts val="0"/>
                        </a:spcBef>
                        <a:spcAft>
                          <a:spcPts val="0"/>
                        </a:spcAft>
                        <a:buClr>
                          <a:schemeClr val="dk1"/>
                        </a:buClr>
                        <a:buSzPts val="1100"/>
                        <a:buFont typeface="Noto Sans Symbols"/>
                        <a:buChar char="∙"/>
                      </a:pPr>
                      <a:r>
                        <a:rPr lang="iw-IL" sz="1100" u="none" cap="none" strike="noStrike">
                          <a:latin typeface="Aharoni"/>
                          <a:ea typeface="Aharoni"/>
                          <a:cs typeface="Aharoni"/>
                          <a:sym typeface="Aharoni"/>
                        </a:rPr>
                        <a:t>אי בדיקת ציוד מגן אישי</a:t>
                      </a:r>
                      <a:endParaRPr sz="1100" u="none" cap="none" strike="noStrike">
                        <a:latin typeface="Aharoni"/>
                        <a:ea typeface="Aharoni"/>
                        <a:cs typeface="Aharoni"/>
                        <a:sym typeface="Aharoni"/>
                      </a:endParaRPr>
                    </a:p>
                    <a:p>
                      <a:pPr indent="-342900" lvl="0" marL="342900" marR="0" rtl="1" algn="r">
                        <a:lnSpc>
                          <a:spcPct val="107000"/>
                        </a:lnSpc>
                        <a:spcBef>
                          <a:spcPts val="0"/>
                        </a:spcBef>
                        <a:spcAft>
                          <a:spcPts val="0"/>
                        </a:spcAft>
                        <a:buClr>
                          <a:schemeClr val="dk1"/>
                        </a:buClr>
                        <a:buSzPts val="1100"/>
                        <a:buFont typeface="Noto Sans Symbols"/>
                        <a:buChar char="∙"/>
                      </a:pPr>
                      <a:r>
                        <a:rPr lang="iw-IL" sz="1100" u="none" cap="none" strike="noStrike">
                          <a:latin typeface="Aharoni"/>
                          <a:ea typeface="Aharoni"/>
                          <a:cs typeface="Aharoni"/>
                          <a:sym typeface="Aharoni"/>
                        </a:rPr>
                        <a:t>שימוש לא תקין בציוד מגן אישי</a:t>
                      </a:r>
                      <a:endParaRPr sz="1100" u="none" cap="none" strike="noStrike">
                        <a:solidFill>
                          <a:schemeClr val="dk1"/>
                        </a:solidFill>
                        <a:latin typeface="Aharoni"/>
                        <a:ea typeface="Aharoni"/>
                        <a:cs typeface="Aharoni"/>
                        <a:sym typeface="Aharoni"/>
                      </a:endParaRPr>
                    </a:p>
                  </a:txBody>
                  <a:tcPr marT="0" marB="0" marR="65225" marL="652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342900" lvl="0" marL="342900" marR="0" rtl="1" algn="r">
                        <a:lnSpc>
                          <a:spcPct val="107000"/>
                        </a:lnSpc>
                        <a:spcBef>
                          <a:spcPts val="0"/>
                        </a:spcBef>
                        <a:spcAft>
                          <a:spcPts val="0"/>
                        </a:spcAft>
                        <a:buClr>
                          <a:schemeClr val="dk1"/>
                        </a:buClr>
                        <a:buSzPts val="1100"/>
                        <a:buFont typeface="Noto Sans Symbols"/>
                        <a:buChar char="∙"/>
                      </a:pPr>
                      <a:r>
                        <a:rPr lang="iw-IL" sz="1100" u="none" cap="none" strike="noStrike">
                          <a:latin typeface="Aharoni"/>
                          <a:ea typeface="Aharoni"/>
                          <a:cs typeface="Aharoni"/>
                          <a:sym typeface="Aharoni"/>
                        </a:rPr>
                        <a:t>כל עובד יצטייד בנעלי עבודה תקניות, קסדת מגן ואפוד זוהר</a:t>
                      </a:r>
                      <a:endParaRPr sz="1100" u="none" cap="none" strike="noStrike">
                        <a:latin typeface="Aharoni"/>
                        <a:ea typeface="Aharoni"/>
                        <a:cs typeface="Aharoni"/>
                        <a:sym typeface="Aharoni"/>
                      </a:endParaRPr>
                    </a:p>
                    <a:p>
                      <a:pPr indent="-342900" lvl="0" marL="342900" marR="0" rtl="1" algn="r">
                        <a:lnSpc>
                          <a:spcPct val="107000"/>
                        </a:lnSpc>
                        <a:spcBef>
                          <a:spcPts val="0"/>
                        </a:spcBef>
                        <a:spcAft>
                          <a:spcPts val="0"/>
                        </a:spcAft>
                        <a:buClr>
                          <a:schemeClr val="dk1"/>
                        </a:buClr>
                        <a:buSzPts val="1100"/>
                        <a:buFont typeface="Noto Sans Symbols"/>
                        <a:buChar char="∙"/>
                      </a:pPr>
                      <a:r>
                        <a:rPr lang="iw-IL" sz="1100" u="none" cap="none" strike="noStrike">
                          <a:latin typeface="Aharoni"/>
                          <a:ea typeface="Aharoni"/>
                          <a:cs typeface="Aharoni"/>
                          <a:sym typeface="Aharoni"/>
                        </a:rPr>
                        <a:t>בנוסף העובד ישתמש בציוד מגן אישי נוסף לפי סוג העבודה ובהתאם לחוק הציוד מגן אישי, הוראות יצרן. לכל בירור בנושא מול מנ"ע</a:t>
                      </a:r>
                      <a:endParaRPr sz="1100" u="none" cap="none" strike="noStrike">
                        <a:latin typeface="Aharoni"/>
                        <a:ea typeface="Aharoni"/>
                        <a:cs typeface="Aharoni"/>
                        <a:sym typeface="Aharoni"/>
                      </a:endParaRPr>
                    </a:p>
                    <a:p>
                      <a:pPr indent="-342900" lvl="0" marL="342900" marR="0" rtl="1" algn="r">
                        <a:lnSpc>
                          <a:spcPct val="107000"/>
                        </a:lnSpc>
                        <a:spcBef>
                          <a:spcPts val="0"/>
                        </a:spcBef>
                        <a:spcAft>
                          <a:spcPts val="0"/>
                        </a:spcAft>
                        <a:buClr>
                          <a:schemeClr val="dk1"/>
                        </a:buClr>
                        <a:buSzPts val="1100"/>
                        <a:buFont typeface="Noto Sans Symbols"/>
                        <a:buChar char="∙"/>
                      </a:pPr>
                      <a:r>
                        <a:rPr lang="iw-IL" sz="1100" u="none" cap="none" strike="noStrike">
                          <a:latin typeface="Aharoni"/>
                          <a:ea typeface="Aharoni"/>
                          <a:cs typeface="Aharoni"/>
                          <a:sym typeface="Aharoni"/>
                        </a:rPr>
                        <a:t>במידה והציוד אינו תקין, להחליפו מייד</a:t>
                      </a:r>
                      <a:endParaRPr sz="1100" u="none" cap="none" strike="noStrike">
                        <a:latin typeface="Aharoni"/>
                        <a:ea typeface="Aharoni"/>
                        <a:cs typeface="Aharoni"/>
                        <a:sym typeface="Aharoni"/>
                      </a:endParaRPr>
                    </a:p>
                    <a:p>
                      <a:pPr indent="-342900" lvl="0" marL="342900" marR="0" rtl="1" algn="r">
                        <a:lnSpc>
                          <a:spcPct val="107000"/>
                        </a:lnSpc>
                        <a:spcBef>
                          <a:spcPts val="0"/>
                        </a:spcBef>
                        <a:spcAft>
                          <a:spcPts val="0"/>
                        </a:spcAft>
                        <a:buClr>
                          <a:schemeClr val="dk1"/>
                        </a:buClr>
                        <a:buSzPts val="1100"/>
                        <a:buFont typeface="Noto Sans Symbols"/>
                        <a:buChar char="∙"/>
                      </a:pPr>
                      <a:r>
                        <a:rPr b="1" lang="iw-IL" sz="1100" u="none" cap="none" strike="noStrike">
                          <a:latin typeface="Aharoni"/>
                          <a:ea typeface="Aharoni"/>
                          <a:cs typeface="Aharoni"/>
                          <a:sym typeface="Aharoni"/>
                        </a:rPr>
                        <a:t>חתימתי על מסמך זה מהווה התחייבות לשימוש בציוד מגן אישי ולפעול לפי התדריך שקיבלתי</a:t>
                      </a:r>
                      <a:endParaRPr b="1" sz="1100" u="none" cap="none" strike="noStrike">
                        <a:solidFill>
                          <a:schemeClr val="dk1"/>
                        </a:solidFill>
                        <a:latin typeface="Aharoni"/>
                        <a:ea typeface="Aharoni"/>
                        <a:cs typeface="Aharoni"/>
                        <a:sym typeface="Aharoni"/>
                      </a:endParaRPr>
                    </a:p>
                  </a:txBody>
                  <a:tcPr marT="0" marB="0" marR="65225" marL="652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pic>
        <p:nvPicPr>
          <p:cNvPr id="92" name="Google Shape;92;p1"/>
          <p:cNvPicPr preferRelativeResize="0"/>
          <p:nvPr/>
        </p:nvPicPr>
        <p:blipFill rotWithShape="1">
          <a:blip r:embed="rId4">
            <a:alphaModFix/>
          </a:blip>
          <a:srcRect b="0" l="0" r="74905" t="0"/>
          <a:stretch/>
        </p:blipFill>
        <p:spPr>
          <a:xfrm>
            <a:off x="203035" y="1535552"/>
            <a:ext cx="870192" cy="800212"/>
          </a:xfrm>
          <a:prstGeom prst="rect">
            <a:avLst/>
          </a:prstGeom>
          <a:noFill/>
          <a:ln>
            <a:noFill/>
          </a:ln>
        </p:spPr>
      </p:pic>
      <p:pic>
        <p:nvPicPr>
          <p:cNvPr id="93" name="Google Shape;93;p1"/>
          <p:cNvPicPr preferRelativeResize="0"/>
          <p:nvPr/>
        </p:nvPicPr>
        <p:blipFill rotWithShape="1">
          <a:blip r:embed="rId4">
            <a:alphaModFix/>
          </a:blip>
          <a:srcRect b="0" l="36083" r="33518" t="0"/>
          <a:stretch/>
        </p:blipFill>
        <p:spPr>
          <a:xfrm>
            <a:off x="1206413" y="1535552"/>
            <a:ext cx="1054100" cy="800212"/>
          </a:xfrm>
          <a:prstGeom prst="rect">
            <a:avLst/>
          </a:prstGeom>
          <a:noFill/>
          <a:ln>
            <a:noFill/>
          </a:ln>
        </p:spPr>
      </p:pic>
      <p:pic>
        <p:nvPicPr>
          <p:cNvPr id="94" name="Google Shape;94;p1"/>
          <p:cNvPicPr preferRelativeResize="0"/>
          <p:nvPr/>
        </p:nvPicPr>
        <p:blipFill rotWithShape="1">
          <a:blip r:embed="rId4">
            <a:alphaModFix/>
          </a:blip>
          <a:srcRect b="0" l="75636" r="0" t="0"/>
          <a:stretch/>
        </p:blipFill>
        <p:spPr>
          <a:xfrm>
            <a:off x="2321045" y="1535552"/>
            <a:ext cx="844792" cy="800212"/>
          </a:xfrm>
          <a:prstGeom prst="rect">
            <a:avLst/>
          </a:prstGeom>
          <a:noFill/>
          <a:ln>
            <a:noFill/>
          </a:ln>
        </p:spPr>
      </p:pic>
      <p:sp>
        <p:nvSpPr>
          <p:cNvPr id="95" name="Google Shape;95;p1"/>
          <p:cNvSpPr txBox="1"/>
          <p:nvPr/>
        </p:nvSpPr>
        <p:spPr>
          <a:xfrm>
            <a:off x="152312" y="2344974"/>
            <a:ext cx="1054101" cy="417686"/>
          </a:xfrm>
          <a:prstGeom prst="rect">
            <a:avLst/>
          </a:prstGeom>
          <a:noFill/>
          <a:ln>
            <a:noFill/>
          </a:ln>
        </p:spPr>
        <p:txBody>
          <a:bodyPr anchorCtr="0" anchor="t" bIns="45700" lIns="91425" spcFirstLastPara="1" rIns="91425" wrap="square" tIns="45700">
            <a:normAutofit fontScale="62500" lnSpcReduction="20000"/>
          </a:bodyPr>
          <a:lstStyle/>
          <a:p>
            <a:pPr indent="0" lvl="0" marL="0" marR="0" rtl="1" algn="ctr">
              <a:lnSpc>
                <a:spcPct val="90000"/>
              </a:lnSpc>
              <a:spcBef>
                <a:spcPts val="0"/>
              </a:spcBef>
              <a:spcAft>
                <a:spcPts val="0"/>
              </a:spcAft>
              <a:buClr>
                <a:schemeClr val="dk1"/>
              </a:buClr>
              <a:buSzPct val="100000"/>
              <a:buFont typeface="Arial"/>
              <a:buNone/>
            </a:pPr>
            <a:r>
              <a:rPr b="1" i="0" lang="iw-IL" sz="2100" u="none" cap="none" strike="noStrike">
                <a:solidFill>
                  <a:schemeClr val="dk1"/>
                </a:solidFill>
                <a:latin typeface="Aharoni"/>
                <a:ea typeface="Aharoni"/>
                <a:cs typeface="Aharoni"/>
                <a:sym typeface="Aharoni"/>
              </a:rPr>
              <a:t>משקפי מגן חובה !</a:t>
            </a:r>
            <a:endParaRPr/>
          </a:p>
        </p:txBody>
      </p:sp>
      <p:sp>
        <p:nvSpPr>
          <p:cNvPr id="96" name="Google Shape;96;p1"/>
          <p:cNvSpPr txBox="1"/>
          <p:nvPr/>
        </p:nvSpPr>
        <p:spPr>
          <a:xfrm>
            <a:off x="1206413" y="2335764"/>
            <a:ext cx="1054100" cy="406400"/>
          </a:xfrm>
          <a:prstGeom prst="rect">
            <a:avLst/>
          </a:prstGeom>
          <a:noFill/>
          <a:ln>
            <a:noFill/>
          </a:ln>
        </p:spPr>
        <p:txBody>
          <a:bodyPr anchorCtr="0" anchor="t" bIns="45700" lIns="91425" spcFirstLastPara="1" rIns="91425" wrap="square" tIns="45700">
            <a:normAutofit fontScale="62500" lnSpcReduction="20000"/>
          </a:bodyPr>
          <a:lstStyle/>
          <a:p>
            <a:pPr indent="0" lvl="0" marL="0" marR="0" rtl="1" algn="ctr">
              <a:lnSpc>
                <a:spcPct val="90000"/>
              </a:lnSpc>
              <a:spcBef>
                <a:spcPts val="0"/>
              </a:spcBef>
              <a:spcAft>
                <a:spcPts val="0"/>
              </a:spcAft>
              <a:buClr>
                <a:schemeClr val="dk1"/>
              </a:buClr>
              <a:buSzPct val="100000"/>
              <a:buFont typeface="Arial"/>
              <a:buNone/>
            </a:pPr>
            <a:r>
              <a:rPr b="1" i="0" lang="iw-IL" sz="2100" u="none" cap="none" strike="noStrike">
                <a:solidFill>
                  <a:schemeClr val="dk1"/>
                </a:solidFill>
                <a:latin typeface="Aharoni"/>
                <a:ea typeface="Aharoni"/>
                <a:cs typeface="Aharoni"/>
                <a:sym typeface="Aharoni"/>
              </a:rPr>
              <a:t>חובה לחבוש קסדת מגן</a:t>
            </a:r>
            <a:endParaRPr/>
          </a:p>
        </p:txBody>
      </p:sp>
      <p:sp>
        <p:nvSpPr>
          <p:cNvPr id="97" name="Google Shape;97;p1"/>
          <p:cNvSpPr txBox="1"/>
          <p:nvPr/>
        </p:nvSpPr>
        <p:spPr>
          <a:xfrm>
            <a:off x="2191473" y="2344974"/>
            <a:ext cx="1054101" cy="406400"/>
          </a:xfrm>
          <a:prstGeom prst="rect">
            <a:avLst/>
          </a:prstGeom>
          <a:noFill/>
          <a:ln>
            <a:noFill/>
          </a:ln>
        </p:spPr>
        <p:txBody>
          <a:bodyPr anchorCtr="0" anchor="t" bIns="45700" lIns="91425" spcFirstLastPara="1" rIns="91425" wrap="square" tIns="45700">
            <a:normAutofit fontScale="62500" lnSpcReduction="20000"/>
          </a:bodyPr>
          <a:lstStyle/>
          <a:p>
            <a:pPr indent="0" lvl="0" marL="0" marR="0" rtl="1" algn="ctr">
              <a:lnSpc>
                <a:spcPct val="90000"/>
              </a:lnSpc>
              <a:spcBef>
                <a:spcPts val="0"/>
              </a:spcBef>
              <a:spcAft>
                <a:spcPts val="0"/>
              </a:spcAft>
              <a:buClr>
                <a:schemeClr val="dk1"/>
              </a:buClr>
              <a:buSzPct val="100000"/>
              <a:buFont typeface="Arial"/>
              <a:buNone/>
            </a:pPr>
            <a:r>
              <a:rPr b="1" i="0" lang="iw-IL" sz="2100" u="none" cap="none" strike="noStrike">
                <a:solidFill>
                  <a:schemeClr val="dk1"/>
                </a:solidFill>
                <a:latin typeface="Aharoni"/>
                <a:ea typeface="Aharoni"/>
                <a:cs typeface="Aharoni"/>
                <a:sym typeface="Aharoni"/>
              </a:rPr>
              <a:t>חובה לנעול נעלי מגן</a:t>
            </a:r>
            <a:endParaRPr/>
          </a:p>
        </p:txBody>
      </p:sp>
      <p:cxnSp>
        <p:nvCxnSpPr>
          <p:cNvPr id="98" name="Google Shape;98;p1"/>
          <p:cNvCxnSpPr/>
          <p:nvPr/>
        </p:nvCxnSpPr>
        <p:spPr>
          <a:xfrm>
            <a:off x="0" y="5016500"/>
            <a:ext cx="6858000" cy="0"/>
          </a:xfrm>
          <a:prstGeom prst="straightConnector1">
            <a:avLst/>
          </a:prstGeom>
          <a:noFill/>
          <a:ln cap="flat" cmpd="sng" w="38100">
            <a:solidFill>
              <a:schemeClr val="dk1"/>
            </a:solidFill>
            <a:prstDash val="solid"/>
            <a:miter lim="800000"/>
            <a:headEnd len="sm" w="sm" type="none"/>
            <a:tailEnd len="sm" w="sm" type="none"/>
          </a:ln>
        </p:spPr>
      </p:cxnSp>
      <p:pic>
        <p:nvPicPr>
          <p:cNvPr id="99" name="Google Shape;99;p1"/>
          <p:cNvPicPr preferRelativeResize="0"/>
          <p:nvPr/>
        </p:nvPicPr>
        <p:blipFill rotWithShape="1">
          <a:blip r:embed="rId5">
            <a:alphaModFix/>
          </a:blip>
          <a:srcRect b="0" l="0" r="0" t="0"/>
          <a:stretch/>
        </p:blipFill>
        <p:spPr>
          <a:xfrm>
            <a:off x="287181" y="5114872"/>
            <a:ext cx="1038370" cy="714475"/>
          </a:xfrm>
          <a:prstGeom prst="rect">
            <a:avLst/>
          </a:prstGeom>
          <a:noFill/>
          <a:ln>
            <a:noFill/>
          </a:ln>
        </p:spPr>
      </p:pic>
      <p:sp>
        <p:nvSpPr>
          <p:cNvPr id="100" name="Google Shape;100;p1"/>
          <p:cNvSpPr txBox="1"/>
          <p:nvPr/>
        </p:nvSpPr>
        <p:spPr>
          <a:xfrm>
            <a:off x="203034" y="5898821"/>
            <a:ext cx="1206665" cy="450406"/>
          </a:xfrm>
          <a:prstGeom prst="rect">
            <a:avLst/>
          </a:prstGeom>
          <a:noFill/>
          <a:ln>
            <a:noFill/>
          </a:ln>
        </p:spPr>
        <p:txBody>
          <a:bodyPr anchorCtr="0" anchor="t" bIns="45700" lIns="91425" spcFirstLastPara="1" rIns="91425" wrap="square" tIns="45700">
            <a:noAutofit/>
          </a:bodyPr>
          <a:lstStyle/>
          <a:p>
            <a:pPr indent="0" lvl="0" marL="0" marR="0" rtl="1" algn="ctr">
              <a:lnSpc>
                <a:spcPct val="90000"/>
              </a:lnSpc>
              <a:spcBef>
                <a:spcPts val="0"/>
              </a:spcBef>
              <a:spcAft>
                <a:spcPts val="0"/>
              </a:spcAft>
              <a:buClr>
                <a:srgbClr val="FF0000"/>
              </a:buClr>
              <a:buSzPts val="1300"/>
              <a:buFont typeface="Arial"/>
              <a:buNone/>
            </a:pPr>
            <a:r>
              <a:rPr b="1" i="0" lang="iw-IL" sz="1300" u="none" cap="none" strike="noStrike">
                <a:solidFill>
                  <a:srgbClr val="FF0000"/>
                </a:solidFill>
                <a:latin typeface="Aharoni"/>
                <a:ea typeface="Aharoni"/>
                <a:cs typeface="Aharoni"/>
                <a:sym typeface="Aharoni"/>
              </a:rPr>
              <a:t>זהירות</a:t>
            </a:r>
            <a:endParaRPr/>
          </a:p>
          <a:p>
            <a:pPr indent="0" lvl="0" marL="0" marR="0" rtl="1" algn="ctr">
              <a:lnSpc>
                <a:spcPct val="90000"/>
              </a:lnSpc>
              <a:spcBef>
                <a:spcPts val="750"/>
              </a:spcBef>
              <a:spcAft>
                <a:spcPts val="0"/>
              </a:spcAft>
              <a:buClr>
                <a:schemeClr val="dk1"/>
              </a:buClr>
              <a:buSzPts val="1300"/>
              <a:buFont typeface="Arial"/>
              <a:buNone/>
            </a:pPr>
            <a:r>
              <a:rPr b="1" i="0" lang="iw-IL" sz="1300" u="none" cap="none" strike="noStrike">
                <a:solidFill>
                  <a:schemeClr val="dk1"/>
                </a:solidFill>
                <a:latin typeface="Aharoni"/>
                <a:ea typeface="Aharoni"/>
                <a:cs typeface="Aharoni"/>
                <a:sym typeface="Aharoni"/>
              </a:rPr>
              <a:t>טרקטור בתנועה</a:t>
            </a:r>
            <a:endParaRPr/>
          </a:p>
        </p:txBody>
      </p:sp>
      <p:sp>
        <p:nvSpPr>
          <p:cNvPr id="101" name="Google Shape;101;p1"/>
          <p:cNvSpPr txBox="1"/>
          <p:nvPr/>
        </p:nvSpPr>
        <p:spPr>
          <a:xfrm>
            <a:off x="0" y="5103513"/>
            <a:ext cx="6858000" cy="559948"/>
          </a:xfrm>
          <a:prstGeom prst="rect">
            <a:avLst/>
          </a:prstGeom>
          <a:noFill/>
          <a:ln>
            <a:noFill/>
          </a:ln>
        </p:spPr>
        <p:txBody>
          <a:bodyPr anchorCtr="0" anchor="t" bIns="45700" lIns="91425" spcFirstLastPara="1" rIns="91425" wrap="square" tIns="45700">
            <a:normAutofit/>
          </a:bodyPr>
          <a:lstStyle/>
          <a:p>
            <a:pPr indent="0" lvl="0" marL="0" marR="0" rtl="1" algn="r">
              <a:lnSpc>
                <a:spcPct val="90000"/>
              </a:lnSpc>
              <a:spcBef>
                <a:spcPts val="0"/>
              </a:spcBef>
              <a:spcAft>
                <a:spcPts val="0"/>
              </a:spcAft>
              <a:buClr>
                <a:schemeClr val="dk1"/>
              </a:buClr>
              <a:buSzPts val="2800"/>
              <a:buFont typeface="Arial"/>
              <a:buNone/>
            </a:pPr>
            <a:r>
              <a:rPr b="1" i="0" lang="iw-IL" sz="2800" u="sng" cap="none" strike="noStrike">
                <a:solidFill>
                  <a:schemeClr val="dk1"/>
                </a:solidFill>
                <a:latin typeface="Aharoni"/>
                <a:ea typeface="Aharoni"/>
                <a:cs typeface="Aharoni"/>
                <a:sym typeface="Aharoni"/>
              </a:rPr>
              <a:t>ציוד מכני הנדסי</a:t>
            </a:r>
            <a:endParaRPr/>
          </a:p>
        </p:txBody>
      </p:sp>
      <p:graphicFrame>
        <p:nvGraphicFramePr>
          <p:cNvPr id="102" name="Google Shape;102;p1"/>
          <p:cNvGraphicFramePr/>
          <p:nvPr/>
        </p:nvGraphicFramePr>
        <p:xfrm>
          <a:off x="143271" y="6476307"/>
          <a:ext cx="3000000" cy="3000000"/>
        </p:xfrm>
        <a:graphic>
          <a:graphicData uri="http://schemas.openxmlformats.org/drawingml/2006/table">
            <a:tbl>
              <a:tblPr bandRow="1" firstCol="1" firstRow="1">
                <a:noFill/>
                <a:tableStyleId>{FB6D6766-C3E4-4BB9-BE31-83216EC31A9B}</a:tableStyleId>
              </a:tblPr>
              <a:tblGrid>
                <a:gridCol w="1690500"/>
                <a:gridCol w="1932000"/>
                <a:gridCol w="2948975"/>
              </a:tblGrid>
              <a:tr h="148175">
                <a:tc>
                  <a:txBody>
                    <a:bodyPr/>
                    <a:lstStyle/>
                    <a:p>
                      <a:pPr indent="0" lvl="0" marL="0" marR="0" rtl="1" algn="ctr">
                        <a:lnSpc>
                          <a:spcPct val="107000"/>
                        </a:lnSpc>
                        <a:spcBef>
                          <a:spcPts val="0"/>
                        </a:spcBef>
                        <a:spcAft>
                          <a:spcPts val="0"/>
                        </a:spcAft>
                        <a:buNone/>
                      </a:pPr>
                      <a:r>
                        <a:rPr lang="iw-IL" sz="1100" u="none" cap="none" strike="noStrike">
                          <a:latin typeface="Aharoni"/>
                          <a:ea typeface="Aharoni"/>
                          <a:cs typeface="Aharoni"/>
                          <a:sym typeface="Aharoni"/>
                        </a:rPr>
                        <a:t>השפעה שלילית</a:t>
                      </a:r>
                      <a:endParaRPr sz="1100" u="none" cap="none" strike="noStrike">
                        <a:solidFill>
                          <a:schemeClr val="dk1"/>
                        </a:solidFill>
                        <a:latin typeface="Aharoni"/>
                        <a:ea typeface="Aharoni"/>
                        <a:cs typeface="Aharoni"/>
                        <a:sym typeface="Aharoni"/>
                      </a:endParaRPr>
                    </a:p>
                  </a:txBody>
                  <a:tcPr marT="0" marB="0" marR="65225" marL="652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1" algn="ctr">
                        <a:lnSpc>
                          <a:spcPct val="107000"/>
                        </a:lnSpc>
                        <a:spcBef>
                          <a:spcPts val="0"/>
                        </a:spcBef>
                        <a:spcAft>
                          <a:spcPts val="0"/>
                        </a:spcAft>
                        <a:buNone/>
                      </a:pPr>
                      <a:r>
                        <a:rPr lang="iw-IL" sz="1100" u="none" cap="none" strike="noStrike">
                          <a:latin typeface="Aharoni"/>
                          <a:ea typeface="Aharoni"/>
                          <a:cs typeface="Aharoni"/>
                          <a:sym typeface="Aharoni"/>
                        </a:rPr>
                        <a:t>כשל\תרחיש שלילי</a:t>
                      </a:r>
                      <a:endParaRPr sz="1100" u="none" cap="none" strike="noStrike">
                        <a:solidFill>
                          <a:schemeClr val="dk1"/>
                        </a:solidFill>
                        <a:latin typeface="Aharoni"/>
                        <a:ea typeface="Aharoni"/>
                        <a:cs typeface="Aharoni"/>
                        <a:sym typeface="Aharoni"/>
                      </a:endParaRPr>
                    </a:p>
                  </a:txBody>
                  <a:tcPr marT="0" marB="0" marR="65225" marL="652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1" algn="ctr">
                        <a:lnSpc>
                          <a:spcPct val="107000"/>
                        </a:lnSpc>
                        <a:spcBef>
                          <a:spcPts val="0"/>
                        </a:spcBef>
                        <a:spcAft>
                          <a:spcPts val="0"/>
                        </a:spcAft>
                        <a:buNone/>
                      </a:pPr>
                      <a:r>
                        <a:rPr lang="iw-IL" sz="1100" u="none" cap="none" strike="noStrike">
                          <a:latin typeface="Aharoni"/>
                          <a:ea typeface="Aharoni"/>
                          <a:cs typeface="Aharoni"/>
                          <a:sym typeface="Aharoni"/>
                        </a:rPr>
                        <a:t>סילוק\מיזעור הסיכון\דרכי מנע</a:t>
                      </a:r>
                      <a:endParaRPr sz="1100" u="none" cap="none" strike="noStrike">
                        <a:solidFill>
                          <a:schemeClr val="dk1"/>
                        </a:solidFill>
                        <a:latin typeface="Aharoni"/>
                        <a:ea typeface="Aharoni"/>
                        <a:cs typeface="Aharoni"/>
                        <a:sym typeface="Aharoni"/>
                      </a:endParaRPr>
                    </a:p>
                  </a:txBody>
                  <a:tcPr marT="0" marB="0" marR="65225" marL="652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233600">
                <a:tc>
                  <a:txBody>
                    <a:bodyPr/>
                    <a:lstStyle/>
                    <a:p>
                      <a:pPr indent="-342900" lvl="0" marL="342900" marR="0" rtl="1" algn="r">
                        <a:lnSpc>
                          <a:spcPct val="107000"/>
                        </a:lnSpc>
                        <a:spcBef>
                          <a:spcPts val="0"/>
                        </a:spcBef>
                        <a:spcAft>
                          <a:spcPts val="0"/>
                        </a:spcAft>
                        <a:buClr>
                          <a:schemeClr val="dk1"/>
                        </a:buClr>
                        <a:buSzPts val="1100"/>
                        <a:buFont typeface="Noto Sans Symbols"/>
                        <a:buChar char="∙"/>
                      </a:pPr>
                      <a:r>
                        <a:rPr b="0" lang="iw-IL" sz="1100" u="none" cap="none" strike="noStrike">
                          <a:solidFill>
                            <a:schemeClr val="dk1"/>
                          </a:solidFill>
                          <a:latin typeface="Aharoni"/>
                          <a:ea typeface="Aharoni"/>
                          <a:cs typeface="Aharoni"/>
                          <a:sym typeface="Aharoni"/>
                        </a:rPr>
                        <a:t>דריסה</a:t>
                      </a:r>
                      <a:endParaRPr/>
                    </a:p>
                    <a:p>
                      <a:pPr indent="-342900" lvl="0" marL="342900" marR="0" rtl="1" algn="r">
                        <a:lnSpc>
                          <a:spcPct val="107000"/>
                        </a:lnSpc>
                        <a:spcBef>
                          <a:spcPts val="0"/>
                        </a:spcBef>
                        <a:spcAft>
                          <a:spcPts val="0"/>
                        </a:spcAft>
                        <a:buClr>
                          <a:schemeClr val="dk1"/>
                        </a:buClr>
                        <a:buSzPts val="1100"/>
                        <a:buFont typeface="Noto Sans Symbols"/>
                        <a:buChar char="∙"/>
                      </a:pPr>
                      <a:r>
                        <a:rPr b="0" lang="iw-IL" sz="1100" u="none" cap="none" strike="noStrike">
                          <a:solidFill>
                            <a:schemeClr val="dk1"/>
                          </a:solidFill>
                          <a:latin typeface="Aharoni"/>
                          <a:ea typeface="Aharoni"/>
                          <a:cs typeface="Aharoni"/>
                          <a:sym typeface="Aharoni"/>
                        </a:rPr>
                        <a:t>פגיעות גוף</a:t>
                      </a:r>
                      <a:endParaRPr/>
                    </a:p>
                    <a:p>
                      <a:pPr indent="-342900" lvl="0" marL="342900" marR="0" rtl="1" algn="r">
                        <a:lnSpc>
                          <a:spcPct val="107000"/>
                        </a:lnSpc>
                        <a:spcBef>
                          <a:spcPts val="0"/>
                        </a:spcBef>
                        <a:spcAft>
                          <a:spcPts val="0"/>
                        </a:spcAft>
                        <a:buClr>
                          <a:schemeClr val="dk1"/>
                        </a:buClr>
                        <a:buSzPts val="1100"/>
                        <a:buFont typeface="Noto Sans Symbols"/>
                        <a:buChar char="∙"/>
                      </a:pPr>
                      <a:r>
                        <a:rPr b="0" lang="iw-IL" sz="1100" u="none" cap="none" strike="noStrike">
                          <a:solidFill>
                            <a:schemeClr val="dk1"/>
                          </a:solidFill>
                          <a:latin typeface="Aharoni"/>
                          <a:ea typeface="Aharoni"/>
                          <a:cs typeface="Aharoni"/>
                          <a:sym typeface="Aharoni"/>
                        </a:rPr>
                        <a:t>החלקה</a:t>
                      </a:r>
                      <a:endParaRPr/>
                    </a:p>
                    <a:p>
                      <a:pPr indent="-342900" lvl="0" marL="342900" marR="0" rtl="1" algn="r">
                        <a:lnSpc>
                          <a:spcPct val="107000"/>
                        </a:lnSpc>
                        <a:spcBef>
                          <a:spcPts val="0"/>
                        </a:spcBef>
                        <a:spcAft>
                          <a:spcPts val="0"/>
                        </a:spcAft>
                        <a:buClr>
                          <a:schemeClr val="dk1"/>
                        </a:buClr>
                        <a:buSzPts val="1100"/>
                        <a:buFont typeface="Noto Sans Symbols"/>
                        <a:buChar char="∙"/>
                      </a:pPr>
                      <a:r>
                        <a:rPr b="0" lang="iw-IL" sz="1100" u="none" cap="none" strike="noStrike">
                          <a:solidFill>
                            <a:schemeClr val="dk1"/>
                          </a:solidFill>
                          <a:latin typeface="Aharoni"/>
                          <a:ea typeface="Aharoni"/>
                          <a:cs typeface="Aharoni"/>
                          <a:sym typeface="Aharoni"/>
                        </a:rPr>
                        <a:t>המחצויות</a:t>
                      </a:r>
                      <a:endParaRPr b="0" sz="1100" u="none" cap="none" strike="noStrike">
                        <a:solidFill>
                          <a:schemeClr val="dk1"/>
                        </a:solidFill>
                        <a:latin typeface="Aharoni"/>
                        <a:ea typeface="Aharoni"/>
                        <a:cs typeface="Aharoni"/>
                        <a:sym typeface="Aharoni"/>
                      </a:endParaRPr>
                    </a:p>
                  </a:txBody>
                  <a:tcPr marT="0" marB="0" marR="65225" marL="652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342900" lvl="0" marL="342900" marR="0" rtl="1" algn="r">
                        <a:lnSpc>
                          <a:spcPct val="107000"/>
                        </a:lnSpc>
                        <a:spcBef>
                          <a:spcPts val="0"/>
                        </a:spcBef>
                        <a:spcAft>
                          <a:spcPts val="0"/>
                        </a:spcAft>
                        <a:buClr>
                          <a:schemeClr val="dk1"/>
                        </a:buClr>
                        <a:buSzPts val="1100"/>
                        <a:buFont typeface="Noto Sans Symbols"/>
                        <a:buChar char="∙"/>
                      </a:pPr>
                      <a:r>
                        <a:rPr lang="iw-IL" sz="1100" u="none" cap="none" strike="noStrike">
                          <a:solidFill>
                            <a:schemeClr val="dk1"/>
                          </a:solidFill>
                          <a:latin typeface="Aharoni"/>
                          <a:ea typeface="Aharoni"/>
                          <a:cs typeface="Aharoni"/>
                          <a:sym typeface="Aharoni"/>
                        </a:rPr>
                        <a:t>הפעלה ע"י לא מורשים \ לא מנוסים</a:t>
                      </a:r>
                      <a:endParaRPr/>
                    </a:p>
                    <a:p>
                      <a:pPr indent="-342900" lvl="0" marL="342900" marR="0" rtl="1" algn="r">
                        <a:lnSpc>
                          <a:spcPct val="107000"/>
                        </a:lnSpc>
                        <a:spcBef>
                          <a:spcPts val="0"/>
                        </a:spcBef>
                        <a:spcAft>
                          <a:spcPts val="0"/>
                        </a:spcAft>
                        <a:buClr>
                          <a:schemeClr val="dk1"/>
                        </a:buClr>
                        <a:buSzPts val="1100"/>
                        <a:buFont typeface="Noto Sans Symbols"/>
                        <a:buChar char="∙"/>
                      </a:pPr>
                      <a:r>
                        <a:rPr lang="iw-IL" sz="1100" u="none" cap="none" strike="noStrike">
                          <a:solidFill>
                            <a:schemeClr val="dk1"/>
                          </a:solidFill>
                          <a:latin typeface="Aharoni"/>
                          <a:ea typeface="Aharoni"/>
                          <a:cs typeface="Aharoni"/>
                          <a:sym typeface="Aharoni"/>
                        </a:rPr>
                        <a:t>פגיעה בעובדים בזמן מעבר עבודה</a:t>
                      </a:r>
                      <a:endParaRPr/>
                    </a:p>
                    <a:p>
                      <a:pPr indent="-342900" lvl="0" marL="342900" marR="0" rtl="1" algn="r">
                        <a:lnSpc>
                          <a:spcPct val="107000"/>
                        </a:lnSpc>
                        <a:spcBef>
                          <a:spcPts val="0"/>
                        </a:spcBef>
                        <a:spcAft>
                          <a:spcPts val="0"/>
                        </a:spcAft>
                        <a:buClr>
                          <a:schemeClr val="dk1"/>
                        </a:buClr>
                        <a:buSzPts val="1100"/>
                        <a:buFont typeface="Noto Sans Symbols"/>
                        <a:buChar char="∙"/>
                      </a:pPr>
                      <a:r>
                        <a:rPr lang="iw-IL" sz="1100" u="none" cap="none" strike="noStrike">
                          <a:solidFill>
                            <a:schemeClr val="dk1"/>
                          </a:solidFill>
                          <a:latin typeface="Aharoni"/>
                          <a:ea typeface="Aharoni"/>
                          <a:cs typeface="Aharoni"/>
                          <a:sym typeface="Aharoni"/>
                        </a:rPr>
                        <a:t>נפילת עובדים מציוד הנדסי</a:t>
                      </a:r>
                      <a:endParaRPr/>
                    </a:p>
                    <a:p>
                      <a:pPr indent="-342900" lvl="0" marL="342900" marR="0" rtl="1" algn="r">
                        <a:lnSpc>
                          <a:spcPct val="107000"/>
                        </a:lnSpc>
                        <a:spcBef>
                          <a:spcPts val="0"/>
                        </a:spcBef>
                        <a:spcAft>
                          <a:spcPts val="0"/>
                        </a:spcAft>
                        <a:buClr>
                          <a:schemeClr val="dk1"/>
                        </a:buClr>
                        <a:buSzPts val="1100"/>
                        <a:buFont typeface="Noto Sans Symbols"/>
                        <a:buChar char="∙"/>
                      </a:pPr>
                      <a:r>
                        <a:rPr lang="iw-IL" sz="1100" u="none" cap="none" strike="noStrike">
                          <a:solidFill>
                            <a:schemeClr val="dk1"/>
                          </a:solidFill>
                          <a:latin typeface="Aharoni"/>
                          <a:ea typeface="Aharoni"/>
                          <a:cs typeface="Aharoni"/>
                          <a:sym typeface="Aharoni"/>
                        </a:rPr>
                        <a:t>התהפכות ציוד מכני הנדסי</a:t>
                      </a:r>
                      <a:endParaRPr sz="1100" u="none" cap="none" strike="noStrike">
                        <a:solidFill>
                          <a:schemeClr val="dk1"/>
                        </a:solidFill>
                        <a:latin typeface="Aharoni"/>
                        <a:ea typeface="Aharoni"/>
                        <a:cs typeface="Aharoni"/>
                        <a:sym typeface="Aharoni"/>
                      </a:endParaRPr>
                    </a:p>
                  </a:txBody>
                  <a:tcPr marT="0" marB="0" marR="65225" marL="652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342900" lvl="0" marL="342900" marR="0" rtl="1" algn="r">
                        <a:lnSpc>
                          <a:spcPct val="107000"/>
                        </a:lnSpc>
                        <a:spcBef>
                          <a:spcPts val="0"/>
                        </a:spcBef>
                        <a:spcAft>
                          <a:spcPts val="0"/>
                        </a:spcAft>
                        <a:buClr>
                          <a:schemeClr val="dk1"/>
                        </a:buClr>
                        <a:buSzPts val="1100"/>
                        <a:buFont typeface="Noto Sans Symbols"/>
                        <a:buChar char="∙"/>
                      </a:pPr>
                      <a:r>
                        <a:rPr b="1" lang="iw-IL" sz="1100" u="none" cap="none" strike="noStrike">
                          <a:solidFill>
                            <a:schemeClr val="dk1"/>
                          </a:solidFill>
                          <a:latin typeface="Aharoni"/>
                          <a:ea typeface="Aharoni"/>
                          <a:cs typeface="Aharoni"/>
                          <a:sym typeface="Aharoni"/>
                        </a:rPr>
                        <a:t>הפעלת ציוד מכני הנדסי אך ורק ע"י מורשים ובעלי ניסיון</a:t>
                      </a:r>
                      <a:endParaRPr b="1" sz="1100" u="none" cap="none" strike="noStrike">
                        <a:solidFill>
                          <a:schemeClr val="dk1"/>
                        </a:solidFill>
                        <a:latin typeface="Aharoni"/>
                        <a:ea typeface="Aharoni"/>
                        <a:cs typeface="Aharoni"/>
                        <a:sym typeface="Aharoni"/>
                      </a:endParaRPr>
                    </a:p>
                    <a:p>
                      <a:pPr indent="-342900" lvl="0" marL="342900" marR="0" rtl="1" algn="r">
                        <a:lnSpc>
                          <a:spcPct val="107000"/>
                        </a:lnSpc>
                        <a:spcBef>
                          <a:spcPts val="0"/>
                        </a:spcBef>
                        <a:spcAft>
                          <a:spcPts val="0"/>
                        </a:spcAft>
                        <a:buClr>
                          <a:schemeClr val="dk1"/>
                        </a:buClr>
                        <a:buSzPts val="1100"/>
                        <a:buFont typeface="Noto Sans Symbols"/>
                        <a:buChar char="∙"/>
                      </a:pPr>
                      <a:r>
                        <a:rPr b="1" lang="iw-IL" sz="1100" u="none" cap="none" strike="noStrike">
                          <a:solidFill>
                            <a:schemeClr val="dk1"/>
                          </a:solidFill>
                          <a:latin typeface="Aharoni"/>
                          <a:ea typeface="Aharoni"/>
                          <a:cs typeface="Aharoni"/>
                          <a:sym typeface="Aharoni"/>
                        </a:rPr>
                        <a:t>ציוד מכני הנדסי יהיה עם צופר נסיעה אחורנית, פנסי תאורה, פסים זוהרים וצ'קלקה</a:t>
                      </a:r>
                      <a:endParaRPr b="1" sz="1100" u="none" cap="none" strike="noStrike">
                        <a:solidFill>
                          <a:schemeClr val="dk1"/>
                        </a:solidFill>
                        <a:latin typeface="Aharoni"/>
                        <a:ea typeface="Aharoni"/>
                        <a:cs typeface="Aharoni"/>
                        <a:sym typeface="Aharoni"/>
                      </a:endParaRPr>
                    </a:p>
                    <a:p>
                      <a:pPr indent="-342900" lvl="0" marL="342900" marR="0" rtl="1" algn="r">
                        <a:lnSpc>
                          <a:spcPct val="107000"/>
                        </a:lnSpc>
                        <a:spcBef>
                          <a:spcPts val="0"/>
                        </a:spcBef>
                        <a:spcAft>
                          <a:spcPts val="0"/>
                        </a:spcAft>
                        <a:buClr>
                          <a:schemeClr val="dk1"/>
                        </a:buClr>
                        <a:buSzPts val="1100"/>
                        <a:buFont typeface="Noto Sans Symbols"/>
                        <a:buChar char="∙"/>
                      </a:pPr>
                      <a:r>
                        <a:rPr b="1" lang="iw-IL" sz="1100" u="none" cap="none" strike="noStrike">
                          <a:solidFill>
                            <a:schemeClr val="dk1"/>
                          </a:solidFill>
                          <a:latin typeface="Aharoni"/>
                          <a:ea typeface="Aharoni"/>
                          <a:cs typeface="Aharoni"/>
                          <a:sym typeface="Aharoni"/>
                        </a:rPr>
                        <a:t>בזמן מעבר או עבודה להיות עירני ולשמור על מרווח בטיחות, לגשת לציוד מכני הנדסי עם קשר עין עם המפעיל</a:t>
                      </a:r>
                      <a:endParaRPr/>
                    </a:p>
                    <a:p>
                      <a:pPr indent="-342900" lvl="0" marL="342900" marR="0" rtl="1" algn="r">
                        <a:lnSpc>
                          <a:spcPct val="107000"/>
                        </a:lnSpc>
                        <a:spcBef>
                          <a:spcPts val="0"/>
                        </a:spcBef>
                        <a:spcAft>
                          <a:spcPts val="0"/>
                        </a:spcAft>
                        <a:buClr>
                          <a:schemeClr val="dk1"/>
                        </a:buClr>
                        <a:buSzPts val="1100"/>
                        <a:buFont typeface="Noto Sans Symbols"/>
                        <a:buChar char="∙"/>
                      </a:pPr>
                      <a:r>
                        <a:rPr b="1" lang="iw-IL" sz="1100" u="none" cap="none" strike="noStrike">
                          <a:solidFill>
                            <a:schemeClr val="dk1"/>
                          </a:solidFill>
                          <a:latin typeface="Aharoni"/>
                          <a:ea typeface="Aharoni"/>
                          <a:cs typeface="Aharoni"/>
                          <a:sym typeface="Aharoni"/>
                        </a:rPr>
                        <a:t>להיזהר מכלי ציוד מכני הנדסי שנוסע לאחור, נסיעה לאחור בליווי</a:t>
                      </a:r>
                      <a:endParaRPr/>
                    </a:p>
                    <a:p>
                      <a:pPr indent="-342900" lvl="0" marL="342900" marR="0" rtl="1" algn="r">
                        <a:lnSpc>
                          <a:spcPct val="107000"/>
                        </a:lnSpc>
                        <a:spcBef>
                          <a:spcPts val="0"/>
                        </a:spcBef>
                        <a:spcAft>
                          <a:spcPts val="0"/>
                        </a:spcAft>
                        <a:buClr>
                          <a:schemeClr val="dk1"/>
                        </a:buClr>
                        <a:buSzPts val="1100"/>
                        <a:buFont typeface="Noto Sans Symbols"/>
                        <a:buChar char="∙"/>
                      </a:pPr>
                      <a:r>
                        <a:rPr b="1" lang="iw-IL" sz="1100" u="none" cap="none" strike="noStrike">
                          <a:solidFill>
                            <a:schemeClr val="dk1"/>
                          </a:solidFill>
                          <a:latin typeface="Aharoni"/>
                          <a:ea typeface="Aharoni"/>
                          <a:cs typeface="Aharoni"/>
                          <a:sym typeface="Aharoni"/>
                        </a:rPr>
                        <a:t>מהירות מירבית 10 קמ"ש , עליה \ ירידה לכלי מהמקומות הייעודיים</a:t>
                      </a:r>
                      <a:endParaRPr/>
                    </a:p>
                    <a:p>
                      <a:pPr indent="-273050" lvl="0" marL="342900" marR="0" rtl="1" algn="r">
                        <a:lnSpc>
                          <a:spcPct val="107000"/>
                        </a:lnSpc>
                        <a:spcBef>
                          <a:spcPts val="0"/>
                        </a:spcBef>
                        <a:spcAft>
                          <a:spcPts val="0"/>
                        </a:spcAft>
                        <a:buClr>
                          <a:schemeClr val="dk1"/>
                        </a:buClr>
                        <a:buSzPts val="1100"/>
                        <a:buFont typeface="Noto Sans Symbols"/>
                        <a:buNone/>
                      </a:pPr>
                      <a:r>
                        <a:t/>
                      </a:r>
                      <a:endParaRPr b="1" sz="1100" u="none" cap="none" strike="noStrike">
                        <a:solidFill>
                          <a:schemeClr val="dk1"/>
                        </a:solidFill>
                        <a:latin typeface="Aharoni"/>
                        <a:ea typeface="Aharoni"/>
                        <a:cs typeface="Aharoni"/>
                        <a:sym typeface="Aharoni"/>
                      </a:endParaRPr>
                    </a:p>
                  </a:txBody>
                  <a:tcPr marT="0" marB="0" marR="65225" marL="652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103" name="Google Shape;103;p1"/>
          <p:cNvSpPr txBox="1"/>
          <p:nvPr>
            <p:ph idx="11" type="ftr"/>
          </p:nvPr>
        </p:nvSpPr>
        <p:spPr>
          <a:xfrm>
            <a:off x="2271713" y="11300181"/>
            <a:ext cx="2314575" cy="649111"/>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iw-IL"/>
              <a:t>הוראות בטיחות לעובד</a:t>
            </a:r>
            <a:endParaRPr/>
          </a:p>
        </p:txBody>
      </p:sp>
      <p:sp>
        <p:nvSpPr>
          <p:cNvPr id="104" name="Google Shape;104;p1"/>
          <p:cNvSpPr txBox="1"/>
          <p:nvPr>
            <p:ph idx="12" type="sldNum"/>
          </p:nvPr>
        </p:nvSpPr>
        <p:spPr>
          <a:xfrm>
            <a:off x="4843463" y="11300181"/>
            <a:ext cx="1543050" cy="649111"/>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iw-IL"/>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
          <p:cNvSpPr txBox="1"/>
          <p:nvPr>
            <p:ph type="title"/>
          </p:nvPr>
        </p:nvSpPr>
        <p:spPr>
          <a:xfrm>
            <a:off x="0" y="1035757"/>
            <a:ext cx="6858000" cy="417686"/>
          </a:xfrm>
          <a:prstGeom prst="rect">
            <a:avLst/>
          </a:prstGeom>
          <a:noFill/>
          <a:ln>
            <a:noFill/>
          </a:ln>
        </p:spPr>
        <p:txBody>
          <a:bodyPr anchorCtr="0" anchor="ctr" bIns="45700" lIns="91425" spcFirstLastPara="1" rIns="91425" wrap="square" tIns="45700">
            <a:normAutofit/>
          </a:bodyPr>
          <a:lstStyle/>
          <a:p>
            <a:pPr indent="0" lvl="0" marL="0" rtl="1" algn="ctr">
              <a:lnSpc>
                <a:spcPct val="90000"/>
              </a:lnSpc>
              <a:spcBef>
                <a:spcPts val="0"/>
              </a:spcBef>
              <a:spcAft>
                <a:spcPts val="0"/>
              </a:spcAft>
              <a:buClr>
                <a:schemeClr val="dk1"/>
              </a:buClr>
              <a:buSzPts val="2200"/>
              <a:buFont typeface="Aharoni"/>
              <a:buNone/>
            </a:pPr>
            <a:r>
              <a:rPr b="1" lang="iw-IL" sz="2200" u="sng">
                <a:latin typeface="Aharoni"/>
                <a:ea typeface="Aharoni"/>
                <a:cs typeface="Aharoni"/>
                <a:sym typeface="Aharoni"/>
              </a:rPr>
              <a:t>תמצית הדרכת בטיחות והוראות בטיחות לעבוד באתר בניה </a:t>
            </a:r>
            <a:endParaRPr/>
          </a:p>
        </p:txBody>
      </p:sp>
      <p:sp>
        <p:nvSpPr>
          <p:cNvPr id="110" name="Google Shape;110;p2"/>
          <p:cNvSpPr txBox="1"/>
          <p:nvPr>
            <p:ph idx="1" type="body"/>
          </p:nvPr>
        </p:nvSpPr>
        <p:spPr>
          <a:xfrm>
            <a:off x="0" y="1540456"/>
            <a:ext cx="6857998" cy="559948"/>
          </a:xfrm>
          <a:prstGeom prst="rect">
            <a:avLst/>
          </a:prstGeom>
          <a:noFill/>
          <a:ln>
            <a:noFill/>
          </a:ln>
        </p:spPr>
        <p:txBody>
          <a:bodyPr anchorCtr="0" anchor="t" bIns="45700" lIns="91425" spcFirstLastPara="1" rIns="91425" wrap="square" tIns="45700">
            <a:normAutofit/>
          </a:bodyPr>
          <a:lstStyle/>
          <a:p>
            <a:pPr indent="0" lvl="0" marL="0" rtl="1" algn="r">
              <a:lnSpc>
                <a:spcPct val="90000"/>
              </a:lnSpc>
              <a:spcBef>
                <a:spcPts val="0"/>
              </a:spcBef>
              <a:spcAft>
                <a:spcPts val="0"/>
              </a:spcAft>
              <a:buClr>
                <a:schemeClr val="dk1"/>
              </a:buClr>
              <a:buSzPts val="2800"/>
              <a:buNone/>
            </a:pPr>
            <a:r>
              <a:rPr b="1" lang="iw-IL" sz="2800" u="sng">
                <a:latin typeface="Aharoni"/>
                <a:ea typeface="Aharoni"/>
                <a:cs typeface="Aharoni"/>
                <a:sym typeface="Aharoni"/>
              </a:rPr>
              <a:t>עבודה בגובה</a:t>
            </a:r>
            <a:endParaRPr/>
          </a:p>
        </p:txBody>
      </p:sp>
      <p:graphicFrame>
        <p:nvGraphicFramePr>
          <p:cNvPr id="111" name="Google Shape;111;p2"/>
          <p:cNvGraphicFramePr/>
          <p:nvPr/>
        </p:nvGraphicFramePr>
        <p:xfrm>
          <a:off x="143271" y="3072573"/>
          <a:ext cx="3000000" cy="3000000"/>
        </p:xfrm>
        <a:graphic>
          <a:graphicData uri="http://schemas.openxmlformats.org/drawingml/2006/table">
            <a:tbl>
              <a:tblPr bandRow="1" firstCol="1" firstRow="1">
                <a:noFill/>
                <a:tableStyleId>{FB6D6766-C3E4-4BB9-BE31-83216EC31A9B}</a:tableStyleId>
              </a:tblPr>
              <a:tblGrid>
                <a:gridCol w="1690500"/>
                <a:gridCol w="1932000"/>
                <a:gridCol w="2948975"/>
              </a:tblGrid>
              <a:tr h="148175">
                <a:tc>
                  <a:txBody>
                    <a:bodyPr/>
                    <a:lstStyle/>
                    <a:p>
                      <a:pPr indent="0" lvl="0" marL="0" marR="0" rtl="1" algn="ctr">
                        <a:lnSpc>
                          <a:spcPct val="107000"/>
                        </a:lnSpc>
                        <a:spcBef>
                          <a:spcPts val="0"/>
                        </a:spcBef>
                        <a:spcAft>
                          <a:spcPts val="0"/>
                        </a:spcAft>
                        <a:buNone/>
                      </a:pPr>
                      <a:r>
                        <a:rPr lang="iw-IL" sz="1100" u="none" cap="none" strike="noStrike">
                          <a:latin typeface="Aharoni"/>
                          <a:ea typeface="Aharoni"/>
                          <a:cs typeface="Aharoni"/>
                          <a:sym typeface="Aharoni"/>
                        </a:rPr>
                        <a:t>השפעה שלילית</a:t>
                      </a:r>
                      <a:endParaRPr sz="1100" u="none" cap="none" strike="noStrike">
                        <a:solidFill>
                          <a:schemeClr val="dk1"/>
                        </a:solidFill>
                        <a:latin typeface="Aharoni"/>
                        <a:ea typeface="Aharoni"/>
                        <a:cs typeface="Aharoni"/>
                        <a:sym typeface="Aharoni"/>
                      </a:endParaRPr>
                    </a:p>
                  </a:txBody>
                  <a:tcPr marT="0" marB="0" marR="65225" marL="652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1" algn="ctr">
                        <a:lnSpc>
                          <a:spcPct val="107000"/>
                        </a:lnSpc>
                        <a:spcBef>
                          <a:spcPts val="0"/>
                        </a:spcBef>
                        <a:spcAft>
                          <a:spcPts val="0"/>
                        </a:spcAft>
                        <a:buNone/>
                      </a:pPr>
                      <a:r>
                        <a:rPr lang="iw-IL" sz="1100" u="none" cap="none" strike="noStrike">
                          <a:latin typeface="Aharoni"/>
                          <a:ea typeface="Aharoni"/>
                          <a:cs typeface="Aharoni"/>
                          <a:sym typeface="Aharoni"/>
                        </a:rPr>
                        <a:t>כשל\תרחיש שלילי</a:t>
                      </a:r>
                      <a:endParaRPr sz="1100" u="none" cap="none" strike="noStrike">
                        <a:solidFill>
                          <a:schemeClr val="dk1"/>
                        </a:solidFill>
                        <a:latin typeface="Aharoni"/>
                        <a:ea typeface="Aharoni"/>
                        <a:cs typeface="Aharoni"/>
                        <a:sym typeface="Aharoni"/>
                      </a:endParaRPr>
                    </a:p>
                  </a:txBody>
                  <a:tcPr marT="0" marB="0" marR="65225" marL="652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1" algn="ctr">
                        <a:lnSpc>
                          <a:spcPct val="107000"/>
                        </a:lnSpc>
                        <a:spcBef>
                          <a:spcPts val="0"/>
                        </a:spcBef>
                        <a:spcAft>
                          <a:spcPts val="0"/>
                        </a:spcAft>
                        <a:buNone/>
                      </a:pPr>
                      <a:r>
                        <a:rPr lang="iw-IL" sz="1100" u="none" cap="none" strike="noStrike">
                          <a:latin typeface="Aharoni"/>
                          <a:ea typeface="Aharoni"/>
                          <a:cs typeface="Aharoni"/>
                          <a:sym typeface="Aharoni"/>
                        </a:rPr>
                        <a:t>סילוק\מיזעור הסיכון\דרכי מנע</a:t>
                      </a:r>
                      <a:endParaRPr sz="1100" u="none" cap="none" strike="noStrike">
                        <a:solidFill>
                          <a:schemeClr val="dk1"/>
                        </a:solidFill>
                        <a:latin typeface="Aharoni"/>
                        <a:ea typeface="Aharoni"/>
                        <a:cs typeface="Aharoni"/>
                        <a:sym typeface="Aharoni"/>
                      </a:endParaRPr>
                    </a:p>
                  </a:txBody>
                  <a:tcPr marT="0" marB="0" marR="65225" marL="652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233600">
                <a:tc>
                  <a:txBody>
                    <a:bodyPr/>
                    <a:lstStyle/>
                    <a:p>
                      <a:pPr indent="-342900" lvl="0" marL="342900" marR="0" rtl="1" algn="r">
                        <a:lnSpc>
                          <a:spcPct val="107000"/>
                        </a:lnSpc>
                        <a:spcBef>
                          <a:spcPts val="0"/>
                        </a:spcBef>
                        <a:spcAft>
                          <a:spcPts val="0"/>
                        </a:spcAft>
                        <a:buClr>
                          <a:schemeClr val="dk1"/>
                        </a:buClr>
                        <a:buSzPts val="1100"/>
                        <a:buFont typeface="Noto Sans Symbols"/>
                        <a:buChar char="∙"/>
                      </a:pPr>
                      <a:r>
                        <a:rPr lang="iw-IL" sz="1100" u="none" cap="none" strike="noStrike">
                          <a:latin typeface="Aharoni"/>
                          <a:ea typeface="Aharoni"/>
                          <a:cs typeface="Aharoni"/>
                          <a:sym typeface="Aharoni"/>
                        </a:rPr>
                        <a:t>נפילה ממפלסים גבוהים ופיגומים</a:t>
                      </a:r>
                      <a:endParaRPr/>
                    </a:p>
                    <a:p>
                      <a:pPr indent="-342900" lvl="0" marL="342900" marR="0" rtl="1" algn="r">
                        <a:lnSpc>
                          <a:spcPct val="107000"/>
                        </a:lnSpc>
                        <a:spcBef>
                          <a:spcPts val="0"/>
                        </a:spcBef>
                        <a:spcAft>
                          <a:spcPts val="0"/>
                        </a:spcAft>
                        <a:buClr>
                          <a:schemeClr val="dk1"/>
                        </a:buClr>
                        <a:buSzPts val="1100"/>
                        <a:buFont typeface="Noto Sans Symbols"/>
                        <a:buChar char="∙"/>
                      </a:pPr>
                      <a:r>
                        <a:rPr b="0" lang="iw-IL" sz="1100" u="none" cap="none" strike="noStrike">
                          <a:solidFill>
                            <a:schemeClr val="dk1"/>
                          </a:solidFill>
                          <a:latin typeface="Aharoni"/>
                          <a:ea typeface="Aharoni"/>
                          <a:cs typeface="Aharoni"/>
                          <a:sym typeface="Aharoni"/>
                        </a:rPr>
                        <a:t>נפילה מציוד לעבודה בגובה כגון במות וסולמות</a:t>
                      </a:r>
                      <a:endParaRPr/>
                    </a:p>
                    <a:p>
                      <a:pPr indent="-342900" lvl="0" marL="342900" marR="0" rtl="1" algn="r">
                        <a:lnSpc>
                          <a:spcPct val="107000"/>
                        </a:lnSpc>
                        <a:spcBef>
                          <a:spcPts val="0"/>
                        </a:spcBef>
                        <a:spcAft>
                          <a:spcPts val="0"/>
                        </a:spcAft>
                        <a:buClr>
                          <a:schemeClr val="dk1"/>
                        </a:buClr>
                        <a:buSzPts val="1100"/>
                        <a:buFont typeface="Noto Sans Symbols"/>
                        <a:buChar char="∙"/>
                      </a:pPr>
                      <a:r>
                        <a:rPr b="0" lang="iw-IL" sz="1100" u="none" cap="none" strike="noStrike">
                          <a:solidFill>
                            <a:schemeClr val="dk1"/>
                          </a:solidFill>
                          <a:latin typeface="Aharoni"/>
                          <a:ea typeface="Aharoni"/>
                          <a:cs typeface="Aharoni"/>
                          <a:sym typeface="Aharoni"/>
                        </a:rPr>
                        <a:t>התחשמלות בגובה</a:t>
                      </a:r>
                      <a:endParaRPr b="0" sz="1100" u="none" cap="none" strike="noStrike">
                        <a:solidFill>
                          <a:schemeClr val="dk1"/>
                        </a:solidFill>
                        <a:latin typeface="Aharoni"/>
                        <a:ea typeface="Aharoni"/>
                        <a:cs typeface="Aharoni"/>
                        <a:sym typeface="Aharoni"/>
                      </a:endParaRPr>
                    </a:p>
                  </a:txBody>
                  <a:tcPr marT="0" marB="0" marR="65225" marL="652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342900" lvl="0" marL="342900" marR="0" rtl="1" algn="r">
                        <a:lnSpc>
                          <a:spcPct val="107000"/>
                        </a:lnSpc>
                        <a:spcBef>
                          <a:spcPts val="0"/>
                        </a:spcBef>
                        <a:spcAft>
                          <a:spcPts val="0"/>
                        </a:spcAft>
                        <a:buClr>
                          <a:schemeClr val="dk1"/>
                        </a:buClr>
                        <a:buSzPts val="1100"/>
                        <a:buFont typeface="Noto Sans Symbols"/>
                        <a:buChar char="∙"/>
                      </a:pPr>
                      <a:r>
                        <a:rPr lang="iw-IL" sz="1100" u="none" cap="none" strike="noStrike">
                          <a:latin typeface="Aharoni"/>
                          <a:ea typeface="Aharoni"/>
                          <a:cs typeface="Aharoni"/>
                          <a:sym typeface="Aharoni"/>
                        </a:rPr>
                        <a:t>עובד לא מוסמך ולא מיומן לביצוע עבודה בגובה</a:t>
                      </a:r>
                      <a:endParaRPr/>
                    </a:p>
                    <a:p>
                      <a:pPr indent="-342900" lvl="0" marL="342900" marR="0" rtl="1" algn="r">
                        <a:lnSpc>
                          <a:spcPct val="107000"/>
                        </a:lnSpc>
                        <a:spcBef>
                          <a:spcPts val="0"/>
                        </a:spcBef>
                        <a:spcAft>
                          <a:spcPts val="0"/>
                        </a:spcAft>
                        <a:buClr>
                          <a:schemeClr val="dk1"/>
                        </a:buClr>
                        <a:buSzPts val="1100"/>
                        <a:buFont typeface="Noto Sans Symbols"/>
                        <a:buChar char="∙"/>
                      </a:pPr>
                      <a:r>
                        <a:rPr lang="iw-IL" sz="1100" u="none" cap="none" strike="noStrike">
                          <a:solidFill>
                            <a:schemeClr val="dk1"/>
                          </a:solidFill>
                          <a:latin typeface="Aharoni"/>
                          <a:ea typeface="Aharoni"/>
                          <a:cs typeface="Aharoni"/>
                          <a:sym typeface="Aharoni"/>
                        </a:rPr>
                        <a:t>ציוד עבודה לא תקני\תקין\מתאים\לא נכון</a:t>
                      </a:r>
                      <a:endParaRPr/>
                    </a:p>
                    <a:p>
                      <a:pPr indent="-342900" lvl="0" marL="342900" marR="0" rtl="1" algn="r">
                        <a:lnSpc>
                          <a:spcPct val="107000"/>
                        </a:lnSpc>
                        <a:spcBef>
                          <a:spcPts val="0"/>
                        </a:spcBef>
                        <a:spcAft>
                          <a:spcPts val="0"/>
                        </a:spcAft>
                        <a:buClr>
                          <a:schemeClr val="dk1"/>
                        </a:buClr>
                        <a:buSzPts val="1100"/>
                        <a:buFont typeface="Noto Sans Symbols"/>
                        <a:buChar char="∙"/>
                      </a:pPr>
                      <a:r>
                        <a:rPr lang="iw-IL" sz="1100" u="none" cap="none" strike="noStrike">
                          <a:solidFill>
                            <a:schemeClr val="dk1"/>
                          </a:solidFill>
                          <a:latin typeface="Aharoni"/>
                          <a:ea typeface="Aharoni"/>
                          <a:cs typeface="Aharoni"/>
                          <a:sym typeface="Aharoni"/>
                        </a:rPr>
                        <a:t>אין מעקה תקני ובטוח למניעת נפילה</a:t>
                      </a:r>
                      <a:endParaRPr/>
                    </a:p>
                    <a:p>
                      <a:pPr indent="-342900" lvl="0" marL="342900" marR="0" rtl="1" algn="r">
                        <a:lnSpc>
                          <a:spcPct val="107000"/>
                        </a:lnSpc>
                        <a:spcBef>
                          <a:spcPts val="0"/>
                        </a:spcBef>
                        <a:spcAft>
                          <a:spcPts val="0"/>
                        </a:spcAft>
                        <a:buClr>
                          <a:schemeClr val="dk1"/>
                        </a:buClr>
                        <a:buSzPts val="1100"/>
                        <a:buFont typeface="Noto Sans Symbols"/>
                        <a:buChar char="∙"/>
                      </a:pPr>
                      <a:r>
                        <a:rPr lang="iw-IL" sz="1100" u="none" cap="none" strike="noStrike">
                          <a:solidFill>
                            <a:schemeClr val="dk1"/>
                          </a:solidFill>
                          <a:latin typeface="Aharoni"/>
                          <a:ea typeface="Aharoni"/>
                          <a:cs typeface="Aharoni"/>
                          <a:sym typeface="Aharoni"/>
                        </a:rPr>
                        <a:t>כשל בנקודת עגינה</a:t>
                      </a:r>
                      <a:endParaRPr sz="1100" u="none" cap="none" strike="noStrike">
                        <a:solidFill>
                          <a:schemeClr val="dk1"/>
                        </a:solidFill>
                        <a:latin typeface="Aharoni"/>
                        <a:ea typeface="Aharoni"/>
                        <a:cs typeface="Aharoni"/>
                        <a:sym typeface="Aharoni"/>
                      </a:endParaRPr>
                    </a:p>
                  </a:txBody>
                  <a:tcPr marT="0" marB="0" marR="65225" marL="652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342900" lvl="0" marL="342900" marR="0" rtl="1" algn="r">
                        <a:lnSpc>
                          <a:spcPct val="107000"/>
                        </a:lnSpc>
                        <a:spcBef>
                          <a:spcPts val="0"/>
                        </a:spcBef>
                        <a:spcAft>
                          <a:spcPts val="0"/>
                        </a:spcAft>
                        <a:buClr>
                          <a:schemeClr val="dk1"/>
                        </a:buClr>
                        <a:buSzPts val="1100"/>
                        <a:buFont typeface="Noto Sans Symbols"/>
                        <a:buChar char="∙"/>
                      </a:pPr>
                      <a:r>
                        <a:rPr lang="iw-IL" sz="1100" u="none" cap="none" strike="noStrike">
                          <a:latin typeface="Aharoni"/>
                          <a:ea typeface="Aharoni"/>
                          <a:cs typeface="Aharoni"/>
                          <a:sym typeface="Aharoni"/>
                        </a:rPr>
                        <a:t>הגדרה: עבודה בגובה עם סכנת נפילה לעומק 2 מ'</a:t>
                      </a:r>
                      <a:endParaRPr/>
                    </a:p>
                    <a:p>
                      <a:pPr indent="-342900" lvl="0" marL="342900" marR="0" rtl="1" algn="r">
                        <a:lnSpc>
                          <a:spcPct val="107000"/>
                        </a:lnSpc>
                        <a:spcBef>
                          <a:spcPts val="0"/>
                        </a:spcBef>
                        <a:spcAft>
                          <a:spcPts val="0"/>
                        </a:spcAft>
                        <a:buClr>
                          <a:schemeClr val="dk1"/>
                        </a:buClr>
                        <a:buSzPts val="1100"/>
                        <a:buFont typeface="Noto Sans Symbols"/>
                        <a:buChar char="∙"/>
                      </a:pPr>
                      <a:r>
                        <a:rPr lang="iw-IL" sz="1100" u="none" cap="none" strike="noStrike">
                          <a:latin typeface="Aharoni"/>
                          <a:ea typeface="Aharoni"/>
                          <a:cs typeface="Aharoni"/>
                          <a:sym typeface="Aharoni"/>
                        </a:rPr>
                        <a:t>אין מעקה תקני, הטיית גוף האדם מעבר למעקה, מתוך ציוד עבודה גובה סל הרמה</a:t>
                      </a:r>
                      <a:endParaRPr/>
                    </a:p>
                    <a:p>
                      <a:pPr indent="-342900" lvl="0" marL="342900" marR="0" rtl="1" algn="r">
                        <a:lnSpc>
                          <a:spcPct val="107000"/>
                        </a:lnSpc>
                        <a:spcBef>
                          <a:spcPts val="0"/>
                        </a:spcBef>
                        <a:spcAft>
                          <a:spcPts val="0"/>
                        </a:spcAft>
                        <a:buClr>
                          <a:schemeClr val="dk1"/>
                        </a:buClr>
                        <a:buSzPts val="1100"/>
                        <a:buFont typeface="Noto Sans Symbols"/>
                        <a:buChar char="∙"/>
                      </a:pPr>
                      <a:r>
                        <a:rPr lang="iw-IL" sz="1100" u="none" cap="none" strike="noStrike">
                          <a:latin typeface="Aharoni"/>
                          <a:ea typeface="Aharoni"/>
                          <a:cs typeface="Aharoni"/>
                          <a:sym typeface="Aharoni"/>
                        </a:rPr>
                        <a:t>פיגום ממוכן סל הרמה</a:t>
                      </a:r>
                      <a:endParaRPr/>
                    </a:p>
                    <a:p>
                      <a:pPr indent="-342900" lvl="0" marL="342900" marR="0" rtl="1" algn="r">
                        <a:lnSpc>
                          <a:spcPct val="107000"/>
                        </a:lnSpc>
                        <a:spcBef>
                          <a:spcPts val="0"/>
                        </a:spcBef>
                        <a:spcAft>
                          <a:spcPts val="0"/>
                        </a:spcAft>
                        <a:buClr>
                          <a:schemeClr val="dk1"/>
                        </a:buClr>
                        <a:buSzPts val="1100"/>
                        <a:buFont typeface="Noto Sans Symbols"/>
                        <a:buChar char="∙"/>
                      </a:pPr>
                      <a:r>
                        <a:rPr lang="iw-IL" sz="1100" u="none" cap="none" strike="noStrike">
                          <a:latin typeface="Aharoni"/>
                          <a:ea typeface="Aharoni"/>
                          <a:cs typeface="Aharoni"/>
                          <a:sym typeface="Aharoni"/>
                        </a:rPr>
                        <a:t>ציוד מגן אישי ועזר לעבודה בגובה: ייבדק לפני שימוש, עבודה ע"פ תקנות עבודה בגובה הוראות יצרן. לדווח על כל ליקוי פגם</a:t>
                      </a:r>
                      <a:endParaRPr/>
                    </a:p>
                    <a:p>
                      <a:pPr indent="-342900" lvl="0" marL="342900" marR="0" rtl="1" algn="r">
                        <a:lnSpc>
                          <a:spcPct val="107000"/>
                        </a:lnSpc>
                        <a:spcBef>
                          <a:spcPts val="0"/>
                        </a:spcBef>
                        <a:spcAft>
                          <a:spcPts val="0"/>
                        </a:spcAft>
                        <a:buClr>
                          <a:schemeClr val="dk1"/>
                        </a:buClr>
                        <a:buSzPts val="1100"/>
                        <a:buFont typeface="Noto Sans Symbols"/>
                        <a:buChar char="∙"/>
                      </a:pPr>
                      <a:r>
                        <a:rPr lang="iw-IL" sz="1100" u="none" cap="none" strike="noStrike">
                          <a:latin typeface="Aharoni"/>
                          <a:ea typeface="Aharoni"/>
                          <a:cs typeface="Aharoni"/>
                          <a:sym typeface="Aharoni"/>
                        </a:rPr>
                        <a:t>סולמות: עליה עד מטר מקצה עליון, איסור הליכה, לא לעבודה ממושכת</a:t>
                      </a:r>
                      <a:endParaRPr/>
                    </a:p>
                    <a:p>
                      <a:pPr indent="-342900" lvl="0" marL="342900" marR="0" rtl="1" algn="r">
                        <a:lnSpc>
                          <a:spcPct val="107000"/>
                        </a:lnSpc>
                        <a:spcBef>
                          <a:spcPts val="0"/>
                        </a:spcBef>
                        <a:spcAft>
                          <a:spcPts val="0"/>
                        </a:spcAft>
                        <a:buClr>
                          <a:schemeClr val="dk1"/>
                        </a:buClr>
                        <a:buSzPts val="1100"/>
                        <a:buFont typeface="Noto Sans Symbols"/>
                        <a:buChar char="∙"/>
                      </a:pPr>
                      <a:r>
                        <a:rPr lang="iw-IL" sz="1100" u="none" cap="none" strike="noStrike">
                          <a:latin typeface="Aharoni"/>
                          <a:ea typeface="Aharoni"/>
                          <a:cs typeface="Aharoni"/>
                          <a:sym typeface="Aharoni"/>
                        </a:rPr>
                        <a:t>במות פיגומים סלים: עבודה באישור מנהל עבודה</a:t>
                      </a:r>
                      <a:endParaRPr/>
                    </a:p>
                    <a:p>
                      <a:pPr indent="-342900" lvl="0" marL="342900" marR="0" rtl="1" algn="r">
                        <a:lnSpc>
                          <a:spcPct val="107000"/>
                        </a:lnSpc>
                        <a:spcBef>
                          <a:spcPts val="0"/>
                        </a:spcBef>
                        <a:spcAft>
                          <a:spcPts val="0"/>
                        </a:spcAft>
                        <a:buClr>
                          <a:schemeClr val="dk1"/>
                        </a:buClr>
                        <a:buSzPts val="1100"/>
                        <a:buFont typeface="Noto Sans Symbols"/>
                        <a:buChar char="∙"/>
                      </a:pPr>
                      <a:r>
                        <a:rPr lang="iw-IL" sz="1100" u="none" cap="none" strike="noStrike">
                          <a:latin typeface="Aharoni"/>
                          <a:ea typeface="Aharoni"/>
                          <a:cs typeface="Aharoni"/>
                          <a:sym typeface="Aharoni"/>
                        </a:rPr>
                        <a:t>פיגומים/משטחי עבודה: לא לפרק חלקים, ברוחב 60 ס"מ לפחות, עליה/ירידה מסולמות, אין להעמיד סולם על הפיגום</a:t>
                      </a:r>
                      <a:endParaRPr/>
                    </a:p>
                    <a:p>
                      <a:pPr indent="-342900" lvl="0" marL="342900" marR="0" rtl="1" algn="r">
                        <a:lnSpc>
                          <a:spcPct val="107000"/>
                        </a:lnSpc>
                        <a:spcBef>
                          <a:spcPts val="0"/>
                        </a:spcBef>
                        <a:spcAft>
                          <a:spcPts val="0"/>
                        </a:spcAft>
                        <a:buClr>
                          <a:schemeClr val="dk1"/>
                        </a:buClr>
                        <a:buSzPts val="1100"/>
                        <a:buFont typeface="Noto Sans Symbols"/>
                        <a:buChar char="∙"/>
                      </a:pPr>
                      <a:r>
                        <a:rPr lang="iw-IL" sz="1100" u="none" cap="none" strike="noStrike">
                          <a:latin typeface="Aharoni"/>
                          <a:ea typeface="Aharoni"/>
                          <a:cs typeface="Aharoni"/>
                          <a:sym typeface="Aharoni"/>
                        </a:rPr>
                        <a:t>כללי: עבודה בתנאי מזג ותאורה מתאימים לעבודה ולהפעלת ציוד נקודת עגינה 1.5 טון, עבודה בגובה לפחות שני אנשים, חובת שימוש קסדה עם סנטריה, רתמת גוף מלאה מערכת אבטחה למניעת/בלימת נפילה</a:t>
                      </a:r>
                      <a:endParaRPr b="1" sz="1100" u="none" cap="none" strike="noStrike">
                        <a:solidFill>
                          <a:schemeClr val="dk1"/>
                        </a:solidFill>
                        <a:latin typeface="Aharoni"/>
                        <a:ea typeface="Aharoni"/>
                        <a:cs typeface="Aharoni"/>
                        <a:sym typeface="Aharoni"/>
                      </a:endParaRPr>
                    </a:p>
                  </a:txBody>
                  <a:tcPr marT="0" marB="0" marR="65225" marL="652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112" name="Google Shape;112;p2"/>
          <p:cNvSpPr txBox="1"/>
          <p:nvPr/>
        </p:nvSpPr>
        <p:spPr>
          <a:xfrm>
            <a:off x="0" y="2344973"/>
            <a:ext cx="1371600" cy="640587"/>
          </a:xfrm>
          <a:prstGeom prst="rect">
            <a:avLst/>
          </a:prstGeom>
          <a:noFill/>
          <a:ln>
            <a:noFill/>
          </a:ln>
        </p:spPr>
        <p:txBody>
          <a:bodyPr anchorCtr="0" anchor="t" bIns="45700" lIns="91425" spcFirstLastPara="1" rIns="91425" wrap="square" tIns="45700">
            <a:normAutofit/>
          </a:bodyPr>
          <a:lstStyle/>
          <a:p>
            <a:pPr indent="0" lvl="0" marL="0" marR="0" rtl="1" algn="ctr">
              <a:lnSpc>
                <a:spcPct val="90000"/>
              </a:lnSpc>
              <a:spcBef>
                <a:spcPts val="0"/>
              </a:spcBef>
              <a:spcAft>
                <a:spcPts val="0"/>
              </a:spcAft>
              <a:buClr>
                <a:schemeClr val="dk1"/>
              </a:buClr>
              <a:buSzPts val="1200"/>
              <a:buFont typeface="Arial"/>
              <a:buNone/>
            </a:pPr>
            <a:r>
              <a:rPr b="1" i="0" lang="iw-IL" sz="1200" u="none" cap="none" strike="noStrike">
                <a:solidFill>
                  <a:schemeClr val="dk1"/>
                </a:solidFill>
                <a:latin typeface="Aharoni"/>
                <a:ea typeface="Aharoni"/>
                <a:cs typeface="Aharoni"/>
                <a:sym typeface="Aharoni"/>
              </a:rPr>
              <a:t>סולם פגום</a:t>
            </a:r>
            <a:endParaRPr/>
          </a:p>
          <a:p>
            <a:pPr indent="0" lvl="0" marL="0" marR="0" rtl="1" algn="ctr">
              <a:lnSpc>
                <a:spcPct val="90000"/>
              </a:lnSpc>
              <a:spcBef>
                <a:spcPts val="750"/>
              </a:spcBef>
              <a:spcAft>
                <a:spcPts val="0"/>
              </a:spcAft>
              <a:buClr>
                <a:srgbClr val="FF0000"/>
              </a:buClr>
              <a:buSzPts val="1200"/>
              <a:buFont typeface="Arial"/>
              <a:buNone/>
            </a:pPr>
            <a:r>
              <a:rPr b="1" i="0" lang="iw-IL" sz="1200" u="none" cap="none" strike="noStrike">
                <a:solidFill>
                  <a:srgbClr val="FF0000"/>
                </a:solidFill>
                <a:latin typeface="Aharoni"/>
                <a:ea typeface="Aharoni"/>
                <a:cs typeface="Aharoni"/>
                <a:sym typeface="Aharoni"/>
              </a:rPr>
              <a:t>השימוש אסור</a:t>
            </a:r>
            <a:endParaRPr/>
          </a:p>
        </p:txBody>
      </p:sp>
      <p:sp>
        <p:nvSpPr>
          <p:cNvPr id="113" name="Google Shape;113;p2"/>
          <p:cNvSpPr txBox="1"/>
          <p:nvPr/>
        </p:nvSpPr>
        <p:spPr>
          <a:xfrm>
            <a:off x="1206413" y="2335764"/>
            <a:ext cx="1054100" cy="406400"/>
          </a:xfrm>
          <a:prstGeom prst="rect">
            <a:avLst/>
          </a:prstGeom>
          <a:noFill/>
          <a:ln>
            <a:noFill/>
          </a:ln>
        </p:spPr>
        <p:txBody>
          <a:bodyPr anchorCtr="0" anchor="t" bIns="45700" lIns="91425" spcFirstLastPara="1" rIns="91425" wrap="square" tIns="45700">
            <a:normAutofit fontScale="62500" lnSpcReduction="20000"/>
          </a:bodyPr>
          <a:lstStyle/>
          <a:p>
            <a:pPr indent="0" lvl="0" marL="0" marR="0" rtl="1" algn="ctr">
              <a:lnSpc>
                <a:spcPct val="90000"/>
              </a:lnSpc>
              <a:spcBef>
                <a:spcPts val="0"/>
              </a:spcBef>
              <a:spcAft>
                <a:spcPts val="0"/>
              </a:spcAft>
              <a:buClr>
                <a:schemeClr val="dk1"/>
              </a:buClr>
              <a:buSzPct val="100000"/>
              <a:buFont typeface="Arial"/>
              <a:buNone/>
            </a:pPr>
            <a:r>
              <a:rPr b="1" i="0" lang="iw-IL" sz="2100" u="none" cap="none" strike="noStrike">
                <a:solidFill>
                  <a:schemeClr val="dk1"/>
                </a:solidFill>
                <a:latin typeface="Aharoni"/>
                <a:ea typeface="Aharoni"/>
                <a:cs typeface="Aharoni"/>
                <a:sym typeface="Aharoni"/>
              </a:rPr>
              <a:t>הישמר מנפילה</a:t>
            </a:r>
            <a:endParaRPr/>
          </a:p>
        </p:txBody>
      </p:sp>
      <p:cxnSp>
        <p:nvCxnSpPr>
          <p:cNvPr id="114" name="Google Shape;114;p2"/>
          <p:cNvCxnSpPr/>
          <p:nvPr/>
        </p:nvCxnSpPr>
        <p:spPr>
          <a:xfrm>
            <a:off x="-2" y="6764862"/>
            <a:ext cx="6858000" cy="0"/>
          </a:xfrm>
          <a:prstGeom prst="straightConnector1">
            <a:avLst/>
          </a:prstGeom>
          <a:noFill/>
          <a:ln cap="flat" cmpd="sng" w="38100">
            <a:solidFill>
              <a:schemeClr val="dk1"/>
            </a:solidFill>
            <a:prstDash val="solid"/>
            <a:miter lim="800000"/>
            <a:headEnd len="sm" w="sm" type="none"/>
            <a:tailEnd len="sm" w="sm" type="none"/>
          </a:ln>
        </p:spPr>
      </p:cxnSp>
      <p:sp>
        <p:nvSpPr>
          <p:cNvPr id="115" name="Google Shape;115;p2"/>
          <p:cNvSpPr txBox="1"/>
          <p:nvPr/>
        </p:nvSpPr>
        <p:spPr>
          <a:xfrm>
            <a:off x="105754" y="7779370"/>
            <a:ext cx="978606" cy="450406"/>
          </a:xfrm>
          <a:prstGeom prst="rect">
            <a:avLst/>
          </a:prstGeom>
          <a:noFill/>
          <a:ln>
            <a:noFill/>
          </a:ln>
        </p:spPr>
        <p:txBody>
          <a:bodyPr anchorCtr="0" anchor="t" bIns="45700" lIns="91425" spcFirstLastPara="1" rIns="91425" wrap="square" tIns="45700">
            <a:normAutofit/>
          </a:bodyPr>
          <a:lstStyle/>
          <a:p>
            <a:pPr indent="0" lvl="0" marL="0" marR="0" rtl="1" algn="ctr">
              <a:lnSpc>
                <a:spcPct val="90000"/>
              </a:lnSpc>
              <a:spcBef>
                <a:spcPts val="0"/>
              </a:spcBef>
              <a:spcAft>
                <a:spcPts val="0"/>
              </a:spcAft>
              <a:buClr>
                <a:srgbClr val="FF0000"/>
              </a:buClr>
              <a:buSzPts val="1400"/>
              <a:buFont typeface="Arial"/>
              <a:buNone/>
            </a:pPr>
            <a:r>
              <a:rPr b="1" i="0" lang="iw-IL" sz="1400" u="none" cap="none" strike="noStrike">
                <a:solidFill>
                  <a:srgbClr val="FF0000"/>
                </a:solidFill>
                <a:latin typeface="Aharoni"/>
                <a:ea typeface="Aharoni"/>
                <a:cs typeface="Aharoni"/>
                <a:sym typeface="Aharoni"/>
              </a:rPr>
              <a:t>סכנה!</a:t>
            </a:r>
            <a:endParaRPr/>
          </a:p>
          <a:p>
            <a:pPr indent="0" lvl="0" marL="0" marR="0" rtl="1" algn="ctr">
              <a:lnSpc>
                <a:spcPct val="90000"/>
              </a:lnSpc>
              <a:spcBef>
                <a:spcPts val="750"/>
              </a:spcBef>
              <a:spcAft>
                <a:spcPts val="0"/>
              </a:spcAft>
              <a:buClr>
                <a:schemeClr val="dk1"/>
              </a:buClr>
              <a:buSzPts val="1400"/>
              <a:buFont typeface="Arial"/>
              <a:buNone/>
            </a:pPr>
            <a:r>
              <a:t/>
            </a:r>
            <a:endParaRPr b="1" i="0" sz="1400" u="none" cap="none" strike="noStrike">
              <a:solidFill>
                <a:schemeClr val="dk1"/>
              </a:solidFill>
              <a:latin typeface="Aharoni"/>
              <a:ea typeface="Aharoni"/>
              <a:cs typeface="Aharoni"/>
              <a:sym typeface="Aharoni"/>
            </a:endParaRPr>
          </a:p>
        </p:txBody>
      </p:sp>
      <p:sp>
        <p:nvSpPr>
          <p:cNvPr id="116" name="Google Shape;116;p2"/>
          <p:cNvSpPr txBox="1"/>
          <p:nvPr/>
        </p:nvSpPr>
        <p:spPr>
          <a:xfrm>
            <a:off x="1" y="6852822"/>
            <a:ext cx="6857998" cy="559001"/>
          </a:xfrm>
          <a:prstGeom prst="rect">
            <a:avLst/>
          </a:prstGeom>
          <a:noFill/>
          <a:ln>
            <a:noFill/>
          </a:ln>
        </p:spPr>
        <p:txBody>
          <a:bodyPr anchorCtr="0" anchor="t" bIns="45700" lIns="91425" spcFirstLastPara="1" rIns="91425" wrap="square" tIns="45700">
            <a:normAutofit/>
          </a:bodyPr>
          <a:lstStyle/>
          <a:p>
            <a:pPr indent="0" lvl="0" marL="0" marR="0" rtl="1" algn="r">
              <a:lnSpc>
                <a:spcPct val="90000"/>
              </a:lnSpc>
              <a:spcBef>
                <a:spcPts val="0"/>
              </a:spcBef>
              <a:spcAft>
                <a:spcPts val="0"/>
              </a:spcAft>
              <a:buClr>
                <a:schemeClr val="dk1"/>
              </a:buClr>
              <a:buSzPts val="2800"/>
              <a:buFont typeface="Arial"/>
              <a:buNone/>
            </a:pPr>
            <a:r>
              <a:rPr b="1" i="0" lang="iw-IL" sz="2800" u="sng" cap="none" strike="noStrike">
                <a:solidFill>
                  <a:schemeClr val="dk1"/>
                </a:solidFill>
                <a:latin typeface="Aharoni"/>
                <a:ea typeface="Aharoni"/>
                <a:cs typeface="Aharoni"/>
                <a:sym typeface="Aharoni"/>
              </a:rPr>
              <a:t>חשמל וציוד חשמלי מטלטל</a:t>
            </a:r>
            <a:endParaRPr/>
          </a:p>
        </p:txBody>
      </p:sp>
      <p:graphicFrame>
        <p:nvGraphicFramePr>
          <p:cNvPr id="117" name="Google Shape;117;p2"/>
          <p:cNvGraphicFramePr/>
          <p:nvPr/>
        </p:nvGraphicFramePr>
        <p:xfrm>
          <a:off x="143269" y="8505822"/>
          <a:ext cx="3000000" cy="3000000"/>
        </p:xfrm>
        <a:graphic>
          <a:graphicData uri="http://schemas.openxmlformats.org/drawingml/2006/table">
            <a:tbl>
              <a:tblPr bandRow="1" firstCol="1" firstRow="1">
                <a:noFill/>
                <a:tableStyleId>{FB6D6766-C3E4-4BB9-BE31-83216EC31A9B}</a:tableStyleId>
              </a:tblPr>
              <a:tblGrid>
                <a:gridCol w="1690500"/>
                <a:gridCol w="1932000"/>
                <a:gridCol w="2948975"/>
              </a:tblGrid>
              <a:tr h="148175">
                <a:tc>
                  <a:txBody>
                    <a:bodyPr/>
                    <a:lstStyle/>
                    <a:p>
                      <a:pPr indent="0" lvl="0" marL="0" marR="0" rtl="1" algn="ctr">
                        <a:lnSpc>
                          <a:spcPct val="107000"/>
                        </a:lnSpc>
                        <a:spcBef>
                          <a:spcPts val="0"/>
                        </a:spcBef>
                        <a:spcAft>
                          <a:spcPts val="0"/>
                        </a:spcAft>
                        <a:buNone/>
                      </a:pPr>
                      <a:r>
                        <a:rPr lang="iw-IL" sz="1100" u="none" cap="none" strike="noStrike">
                          <a:latin typeface="Aharoni"/>
                          <a:ea typeface="Aharoni"/>
                          <a:cs typeface="Aharoni"/>
                          <a:sym typeface="Aharoni"/>
                        </a:rPr>
                        <a:t>השפעה שלילית</a:t>
                      </a:r>
                      <a:endParaRPr sz="1100" u="none" cap="none" strike="noStrike">
                        <a:solidFill>
                          <a:schemeClr val="dk1"/>
                        </a:solidFill>
                        <a:latin typeface="Aharoni"/>
                        <a:ea typeface="Aharoni"/>
                        <a:cs typeface="Aharoni"/>
                        <a:sym typeface="Aharoni"/>
                      </a:endParaRPr>
                    </a:p>
                  </a:txBody>
                  <a:tcPr marT="0" marB="0" marR="65225" marL="652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1" algn="ctr">
                        <a:lnSpc>
                          <a:spcPct val="107000"/>
                        </a:lnSpc>
                        <a:spcBef>
                          <a:spcPts val="0"/>
                        </a:spcBef>
                        <a:spcAft>
                          <a:spcPts val="0"/>
                        </a:spcAft>
                        <a:buNone/>
                      </a:pPr>
                      <a:r>
                        <a:rPr lang="iw-IL" sz="1100" u="none" cap="none" strike="noStrike">
                          <a:latin typeface="Aharoni"/>
                          <a:ea typeface="Aharoni"/>
                          <a:cs typeface="Aharoni"/>
                          <a:sym typeface="Aharoni"/>
                        </a:rPr>
                        <a:t>כשל\תרחיש שלילי</a:t>
                      </a:r>
                      <a:endParaRPr sz="1100" u="none" cap="none" strike="noStrike">
                        <a:solidFill>
                          <a:schemeClr val="dk1"/>
                        </a:solidFill>
                        <a:latin typeface="Aharoni"/>
                        <a:ea typeface="Aharoni"/>
                        <a:cs typeface="Aharoni"/>
                        <a:sym typeface="Aharoni"/>
                      </a:endParaRPr>
                    </a:p>
                  </a:txBody>
                  <a:tcPr marT="0" marB="0" marR="65225" marL="652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1" algn="ctr">
                        <a:lnSpc>
                          <a:spcPct val="107000"/>
                        </a:lnSpc>
                        <a:spcBef>
                          <a:spcPts val="0"/>
                        </a:spcBef>
                        <a:spcAft>
                          <a:spcPts val="0"/>
                        </a:spcAft>
                        <a:buNone/>
                      </a:pPr>
                      <a:r>
                        <a:rPr lang="iw-IL" sz="1100" u="none" cap="none" strike="noStrike">
                          <a:latin typeface="Aharoni"/>
                          <a:ea typeface="Aharoni"/>
                          <a:cs typeface="Aharoni"/>
                          <a:sym typeface="Aharoni"/>
                        </a:rPr>
                        <a:t>סילוק\מיזעור הסיכון\דרכי מנע</a:t>
                      </a:r>
                      <a:endParaRPr sz="1100" u="none" cap="none" strike="noStrike">
                        <a:solidFill>
                          <a:schemeClr val="dk1"/>
                        </a:solidFill>
                        <a:latin typeface="Aharoni"/>
                        <a:ea typeface="Aharoni"/>
                        <a:cs typeface="Aharoni"/>
                        <a:sym typeface="Aharoni"/>
                      </a:endParaRPr>
                    </a:p>
                  </a:txBody>
                  <a:tcPr marT="0" marB="0" marR="65225" marL="652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233600">
                <a:tc>
                  <a:txBody>
                    <a:bodyPr/>
                    <a:lstStyle/>
                    <a:p>
                      <a:pPr indent="-342900" lvl="0" marL="342900" marR="0" rtl="1" algn="r">
                        <a:lnSpc>
                          <a:spcPct val="107000"/>
                        </a:lnSpc>
                        <a:spcBef>
                          <a:spcPts val="0"/>
                        </a:spcBef>
                        <a:spcAft>
                          <a:spcPts val="0"/>
                        </a:spcAft>
                        <a:buClr>
                          <a:schemeClr val="dk1"/>
                        </a:buClr>
                        <a:buSzPts val="1100"/>
                        <a:buFont typeface="Noto Sans Symbols"/>
                        <a:buChar char="∙"/>
                      </a:pPr>
                      <a:r>
                        <a:rPr b="0" lang="iw-IL" sz="1100" u="none" cap="none" strike="noStrike">
                          <a:solidFill>
                            <a:schemeClr val="dk1"/>
                          </a:solidFill>
                          <a:latin typeface="Aharoni"/>
                          <a:ea typeface="Aharoni"/>
                          <a:cs typeface="Aharoni"/>
                          <a:sym typeface="Aharoni"/>
                        </a:rPr>
                        <a:t>התחשמלות</a:t>
                      </a:r>
                      <a:endParaRPr/>
                    </a:p>
                    <a:p>
                      <a:pPr indent="-342900" lvl="0" marL="342900" marR="0" rtl="1" algn="r">
                        <a:lnSpc>
                          <a:spcPct val="107000"/>
                        </a:lnSpc>
                        <a:spcBef>
                          <a:spcPts val="0"/>
                        </a:spcBef>
                        <a:spcAft>
                          <a:spcPts val="0"/>
                        </a:spcAft>
                        <a:buClr>
                          <a:schemeClr val="dk1"/>
                        </a:buClr>
                        <a:buSzPts val="1100"/>
                        <a:buFont typeface="Noto Sans Symbols"/>
                        <a:buChar char="∙"/>
                      </a:pPr>
                      <a:r>
                        <a:rPr b="0" lang="iw-IL" sz="1100" u="none" cap="none" strike="noStrike">
                          <a:solidFill>
                            <a:schemeClr val="dk1"/>
                          </a:solidFill>
                          <a:latin typeface="Aharoni"/>
                          <a:ea typeface="Aharoni"/>
                          <a:cs typeface="Aharoni"/>
                          <a:sym typeface="Aharoni"/>
                        </a:rPr>
                        <a:t>כוויות\פגיעות עיניים\שריפה קשת חשמלית</a:t>
                      </a:r>
                      <a:endParaRPr b="0" sz="1100" u="none" cap="none" strike="noStrike">
                        <a:solidFill>
                          <a:schemeClr val="dk1"/>
                        </a:solidFill>
                        <a:latin typeface="Aharoni"/>
                        <a:ea typeface="Aharoni"/>
                        <a:cs typeface="Aharoni"/>
                        <a:sym typeface="Aharoni"/>
                      </a:endParaRPr>
                    </a:p>
                  </a:txBody>
                  <a:tcPr marT="0" marB="0" marR="65225" marL="652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342900" lvl="0" marL="342900" marR="0" rtl="1" algn="r">
                        <a:lnSpc>
                          <a:spcPct val="107000"/>
                        </a:lnSpc>
                        <a:spcBef>
                          <a:spcPts val="0"/>
                        </a:spcBef>
                        <a:spcAft>
                          <a:spcPts val="0"/>
                        </a:spcAft>
                        <a:buClr>
                          <a:schemeClr val="dk1"/>
                        </a:buClr>
                        <a:buSzPts val="1100"/>
                        <a:buFont typeface="Noto Sans Symbols"/>
                        <a:buChar char="∙"/>
                      </a:pPr>
                      <a:r>
                        <a:rPr lang="iw-IL" sz="1100" u="none" cap="none" strike="noStrike">
                          <a:solidFill>
                            <a:schemeClr val="dk1"/>
                          </a:solidFill>
                          <a:latin typeface="Aharoni"/>
                          <a:ea typeface="Aharoni"/>
                          <a:cs typeface="Aharoni"/>
                          <a:sym typeface="Aharoni"/>
                        </a:rPr>
                        <a:t>שימוש בציוד חשמלי לקוי או לא נכון</a:t>
                      </a:r>
                      <a:endParaRPr/>
                    </a:p>
                    <a:p>
                      <a:pPr indent="-342900" lvl="0" marL="342900" marR="0" rtl="1" algn="r">
                        <a:lnSpc>
                          <a:spcPct val="107000"/>
                        </a:lnSpc>
                        <a:spcBef>
                          <a:spcPts val="0"/>
                        </a:spcBef>
                        <a:spcAft>
                          <a:spcPts val="0"/>
                        </a:spcAft>
                        <a:buClr>
                          <a:schemeClr val="dk1"/>
                        </a:buClr>
                        <a:buSzPts val="1100"/>
                        <a:buFont typeface="Noto Sans Symbols"/>
                        <a:buChar char="∙"/>
                      </a:pPr>
                      <a:r>
                        <a:rPr lang="iw-IL" sz="1100" u="none" cap="none" strike="noStrike">
                          <a:solidFill>
                            <a:schemeClr val="dk1"/>
                          </a:solidFill>
                          <a:latin typeface="Aharoni"/>
                          <a:ea typeface="Aharoni"/>
                          <a:cs typeface="Aharoni"/>
                          <a:sym typeface="Aharoni"/>
                        </a:rPr>
                        <a:t>תיקונים על ידי אנשים לא מורשים</a:t>
                      </a:r>
                      <a:endParaRPr/>
                    </a:p>
                    <a:p>
                      <a:pPr indent="-342900" lvl="0" marL="342900" marR="0" rtl="1" algn="r">
                        <a:lnSpc>
                          <a:spcPct val="107000"/>
                        </a:lnSpc>
                        <a:spcBef>
                          <a:spcPts val="0"/>
                        </a:spcBef>
                        <a:spcAft>
                          <a:spcPts val="0"/>
                        </a:spcAft>
                        <a:buClr>
                          <a:schemeClr val="dk1"/>
                        </a:buClr>
                        <a:buSzPts val="1100"/>
                        <a:buFont typeface="Noto Sans Symbols"/>
                        <a:buChar char="∙"/>
                      </a:pPr>
                      <a:r>
                        <a:rPr lang="iw-IL" sz="1100" u="none" cap="none" strike="noStrike">
                          <a:solidFill>
                            <a:schemeClr val="dk1"/>
                          </a:solidFill>
                          <a:latin typeface="Aharoni"/>
                          <a:ea typeface="Aharoni"/>
                          <a:cs typeface="Aharoni"/>
                          <a:sym typeface="Aharoni"/>
                        </a:rPr>
                        <a:t>פגיעה בכבלים ובתשתית חשמל</a:t>
                      </a:r>
                      <a:endParaRPr/>
                    </a:p>
                    <a:p>
                      <a:pPr indent="-342900" lvl="0" marL="342900" marR="0" rtl="1" algn="r">
                        <a:lnSpc>
                          <a:spcPct val="107000"/>
                        </a:lnSpc>
                        <a:spcBef>
                          <a:spcPts val="0"/>
                        </a:spcBef>
                        <a:spcAft>
                          <a:spcPts val="0"/>
                        </a:spcAft>
                        <a:buClr>
                          <a:schemeClr val="dk1"/>
                        </a:buClr>
                        <a:buSzPts val="1100"/>
                        <a:buFont typeface="Noto Sans Symbols"/>
                        <a:buChar char="∙"/>
                      </a:pPr>
                      <a:r>
                        <a:rPr lang="iw-IL" sz="1100" u="none" cap="none" strike="noStrike">
                          <a:solidFill>
                            <a:schemeClr val="dk1"/>
                          </a:solidFill>
                          <a:latin typeface="Aharoni"/>
                          <a:ea typeface="Aharoni"/>
                          <a:cs typeface="Aharoni"/>
                          <a:sym typeface="Aharoni"/>
                        </a:rPr>
                        <a:t>התחשמלות מחשמל חי</a:t>
                      </a:r>
                      <a:endParaRPr/>
                    </a:p>
                    <a:p>
                      <a:pPr indent="-342900" lvl="0" marL="342900" marR="0" rtl="1" algn="r">
                        <a:lnSpc>
                          <a:spcPct val="107000"/>
                        </a:lnSpc>
                        <a:spcBef>
                          <a:spcPts val="0"/>
                        </a:spcBef>
                        <a:spcAft>
                          <a:spcPts val="0"/>
                        </a:spcAft>
                        <a:buClr>
                          <a:schemeClr val="dk1"/>
                        </a:buClr>
                        <a:buSzPts val="1100"/>
                        <a:buFont typeface="Noto Sans Symbols"/>
                        <a:buChar char="∙"/>
                      </a:pPr>
                      <a:r>
                        <a:rPr lang="iw-IL" sz="1100" u="none" cap="none" strike="noStrike">
                          <a:solidFill>
                            <a:schemeClr val="dk1"/>
                          </a:solidFill>
                          <a:latin typeface="Aharoni"/>
                          <a:ea typeface="Aharoni"/>
                          <a:cs typeface="Aharoni"/>
                          <a:sym typeface="Aharoni"/>
                        </a:rPr>
                        <a:t>כבל מאריך בסביבה רטובה</a:t>
                      </a:r>
                      <a:endParaRPr sz="1100" u="none" cap="none" strike="noStrike">
                        <a:solidFill>
                          <a:schemeClr val="dk1"/>
                        </a:solidFill>
                        <a:latin typeface="Aharoni"/>
                        <a:ea typeface="Aharoni"/>
                        <a:cs typeface="Aharoni"/>
                        <a:sym typeface="Aharoni"/>
                      </a:endParaRPr>
                    </a:p>
                  </a:txBody>
                  <a:tcPr marT="0" marB="0" marR="65225" marL="652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342900" lvl="0" marL="342900" marR="0" rtl="1" algn="r">
                        <a:lnSpc>
                          <a:spcPct val="107000"/>
                        </a:lnSpc>
                        <a:spcBef>
                          <a:spcPts val="0"/>
                        </a:spcBef>
                        <a:spcAft>
                          <a:spcPts val="0"/>
                        </a:spcAft>
                        <a:buClr>
                          <a:schemeClr val="dk1"/>
                        </a:buClr>
                        <a:buSzPts val="1100"/>
                        <a:buFont typeface="Noto Sans Symbols"/>
                        <a:buChar char="∙"/>
                      </a:pPr>
                      <a:r>
                        <a:rPr b="1" lang="iw-IL" sz="1100" u="none" cap="none" strike="noStrike">
                          <a:solidFill>
                            <a:schemeClr val="dk1"/>
                          </a:solidFill>
                          <a:latin typeface="Aharoni"/>
                          <a:ea typeface="Aharoni"/>
                          <a:cs typeface="Aharoni"/>
                          <a:sym typeface="Aharoni"/>
                        </a:rPr>
                        <a:t>ציוד חשמלי: שימוש ע"פ ייעודו ולפי הוראות יצרן, ייבדק ע"י חשמלאי מוסמך ולפני שימוש, אם לא תקין, יש להפסיק את העבודה ולהודיע למנהל עבודה, לא לפרק מגנים והגנות, תיקונים ע"י מורשים, לא להפעיל בסביבה רטובה, העובד יהיה בקי בהפעלת הציוד</a:t>
                      </a:r>
                      <a:endParaRPr/>
                    </a:p>
                    <a:p>
                      <a:pPr indent="-342900" lvl="0" marL="342900" marR="0" rtl="1" algn="r">
                        <a:lnSpc>
                          <a:spcPct val="107000"/>
                        </a:lnSpc>
                        <a:spcBef>
                          <a:spcPts val="0"/>
                        </a:spcBef>
                        <a:spcAft>
                          <a:spcPts val="0"/>
                        </a:spcAft>
                        <a:buClr>
                          <a:schemeClr val="dk1"/>
                        </a:buClr>
                        <a:buSzPts val="1100"/>
                        <a:buFont typeface="Noto Sans Symbols"/>
                        <a:buChar char="∙"/>
                      </a:pPr>
                      <a:r>
                        <a:rPr b="1" lang="iw-IL" sz="1100" u="none" cap="none" strike="noStrike">
                          <a:solidFill>
                            <a:schemeClr val="dk1"/>
                          </a:solidFill>
                          <a:latin typeface="Aharoni"/>
                          <a:ea typeface="Aharoni"/>
                          <a:cs typeface="Aharoni"/>
                          <a:sym typeface="Aharoni"/>
                        </a:rPr>
                        <a:t>כבלים: בידוד כפול, לא ברצפה ולא בסביבה רטובה, שקע/תקע תעשייתי, הזנה דרך פחת, חבר אחרי פריסה, נתק לפני כיפול</a:t>
                      </a:r>
                      <a:endParaRPr/>
                    </a:p>
                    <a:p>
                      <a:pPr indent="-342900" lvl="0" marL="342900" marR="0" rtl="1" algn="r">
                        <a:lnSpc>
                          <a:spcPct val="107000"/>
                        </a:lnSpc>
                        <a:spcBef>
                          <a:spcPts val="0"/>
                        </a:spcBef>
                        <a:spcAft>
                          <a:spcPts val="0"/>
                        </a:spcAft>
                        <a:buClr>
                          <a:schemeClr val="dk1"/>
                        </a:buClr>
                        <a:buSzPts val="1100"/>
                        <a:buFont typeface="Noto Sans Symbols"/>
                        <a:buChar char="∙"/>
                      </a:pPr>
                      <a:r>
                        <a:rPr b="1" lang="iw-IL" sz="1100" u="none" cap="none" strike="noStrike">
                          <a:solidFill>
                            <a:schemeClr val="dk1"/>
                          </a:solidFill>
                          <a:latin typeface="Aharoni"/>
                          <a:ea typeface="Aharoni"/>
                          <a:cs typeface="Aharoni"/>
                          <a:sym typeface="Aharoni"/>
                        </a:rPr>
                        <a:t>עבודות חשמל: לא במתח חי, בהשגחת חשמלאי מורשה, לנעול מקורות הזינה ולשלט, אין לבצע בסביבה רטובה וללא תאורה מספקת ובמזג אוויר מסוכן, לשמור מרחק מרשת אווירית לפחות 5 מ'</a:t>
                      </a:r>
                      <a:endParaRPr b="1" sz="1100" u="none" cap="none" strike="noStrike">
                        <a:solidFill>
                          <a:schemeClr val="dk1"/>
                        </a:solidFill>
                        <a:latin typeface="Aharoni"/>
                        <a:ea typeface="Aharoni"/>
                        <a:cs typeface="Aharoni"/>
                        <a:sym typeface="Aharoni"/>
                      </a:endParaRPr>
                    </a:p>
                  </a:txBody>
                  <a:tcPr marT="0" marB="0" marR="65225" marL="652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pic>
        <p:nvPicPr>
          <p:cNvPr id="118" name="Google Shape;118;p2"/>
          <p:cNvPicPr preferRelativeResize="0"/>
          <p:nvPr/>
        </p:nvPicPr>
        <p:blipFill rotWithShape="1">
          <a:blip r:embed="rId3">
            <a:alphaModFix/>
          </a:blip>
          <a:srcRect b="0" l="0" r="60080" t="0"/>
          <a:stretch/>
        </p:blipFill>
        <p:spPr>
          <a:xfrm>
            <a:off x="274366" y="1630815"/>
            <a:ext cx="809994" cy="704948"/>
          </a:xfrm>
          <a:prstGeom prst="rect">
            <a:avLst/>
          </a:prstGeom>
          <a:noFill/>
          <a:ln>
            <a:noFill/>
          </a:ln>
        </p:spPr>
      </p:pic>
      <p:pic>
        <p:nvPicPr>
          <p:cNvPr id="119" name="Google Shape;119;p2"/>
          <p:cNvPicPr preferRelativeResize="0"/>
          <p:nvPr/>
        </p:nvPicPr>
        <p:blipFill rotWithShape="1">
          <a:blip r:embed="rId3">
            <a:alphaModFix/>
          </a:blip>
          <a:srcRect b="0" l="53635" r="0" t="0"/>
          <a:stretch/>
        </p:blipFill>
        <p:spPr>
          <a:xfrm>
            <a:off x="1250666" y="1657219"/>
            <a:ext cx="940807" cy="704948"/>
          </a:xfrm>
          <a:prstGeom prst="rect">
            <a:avLst/>
          </a:prstGeom>
          <a:noFill/>
          <a:ln>
            <a:noFill/>
          </a:ln>
        </p:spPr>
      </p:pic>
      <p:pic>
        <p:nvPicPr>
          <p:cNvPr id="120" name="Google Shape;120;p2"/>
          <p:cNvPicPr preferRelativeResize="0"/>
          <p:nvPr/>
        </p:nvPicPr>
        <p:blipFill rotWithShape="1">
          <a:blip r:embed="rId4">
            <a:alphaModFix/>
          </a:blip>
          <a:srcRect b="0" l="0" r="54901" t="0"/>
          <a:stretch/>
        </p:blipFill>
        <p:spPr>
          <a:xfrm>
            <a:off x="143269" y="6964180"/>
            <a:ext cx="876436" cy="762106"/>
          </a:xfrm>
          <a:prstGeom prst="rect">
            <a:avLst/>
          </a:prstGeom>
          <a:noFill/>
          <a:ln>
            <a:noFill/>
          </a:ln>
        </p:spPr>
      </p:pic>
      <p:pic>
        <p:nvPicPr>
          <p:cNvPr id="121" name="Google Shape;121;p2"/>
          <p:cNvPicPr preferRelativeResize="0"/>
          <p:nvPr/>
        </p:nvPicPr>
        <p:blipFill rotWithShape="1">
          <a:blip r:embed="rId4">
            <a:alphaModFix/>
          </a:blip>
          <a:srcRect b="0" l="59313" r="0" t="0"/>
          <a:stretch/>
        </p:blipFill>
        <p:spPr>
          <a:xfrm>
            <a:off x="1217396" y="6964180"/>
            <a:ext cx="790710" cy="762106"/>
          </a:xfrm>
          <a:prstGeom prst="rect">
            <a:avLst/>
          </a:prstGeom>
          <a:noFill/>
          <a:ln>
            <a:noFill/>
          </a:ln>
        </p:spPr>
      </p:pic>
      <p:sp>
        <p:nvSpPr>
          <p:cNvPr id="122" name="Google Shape;122;p2"/>
          <p:cNvSpPr txBox="1"/>
          <p:nvPr/>
        </p:nvSpPr>
        <p:spPr>
          <a:xfrm>
            <a:off x="1206413" y="7779370"/>
            <a:ext cx="978606" cy="450406"/>
          </a:xfrm>
          <a:prstGeom prst="rect">
            <a:avLst/>
          </a:prstGeom>
          <a:noFill/>
          <a:ln>
            <a:noFill/>
          </a:ln>
        </p:spPr>
        <p:txBody>
          <a:bodyPr anchorCtr="0" anchor="t" bIns="45700" lIns="91425" spcFirstLastPara="1" rIns="91425" wrap="square" tIns="45700">
            <a:normAutofit/>
          </a:bodyPr>
          <a:lstStyle/>
          <a:p>
            <a:pPr indent="0" lvl="0" marL="0" marR="0" rtl="1" algn="ctr">
              <a:lnSpc>
                <a:spcPct val="90000"/>
              </a:lnSpc>
              <a:spcBef>
                <a:spcPts val="0"/>
              </a:spcBef>
              <a:spcAft>
                <a:spcPts val="0"/>
              </a:spcAft>
              <a:buClr>
                <a:schemeClr val="dk1"/>
              </a:buClr>
              <a:buSzPts val="1400"/>
              <a:buFont typeface="Arial"/>
              <a:buNone/>
            </a:pPr>
            <a:r>
              <a:rPr b="1" i="0" lang="iw-IL" sz="1400" u="none" cap="none" strike="noStrike">
                <a:solidFill>
                  <a:schemeClr val="dk1"/>
                </a:solidFill>
                <a:latin typeface="Aharoni"/>
                <a:ea typeface="Aharoni"/>
                <a:cs typeface="Aharoni"/>
                <a:sym typeface="Aharoni"/>
              </a:rPr>
              <a:t>מיגון חובה!</a:t>
            </a:r>
            <a:endParaRPr/>
          </a:p>
        </p:txBody>
      </p:sp>
      <p:sp>
        <p:nvSpPr>
          <p:cNvPr id="123" name="Google Shape;123;p2"/>
          <p:cNvSpPr txBox="1"/>
          <p:nvPr>
            <p:ph idx="11" type="ftr"/>
          </p:nvPr>
        </p:nvSpPr>
        <p:spPr>
          <a:xfrm>
            <a:off x="2271713" y="11300181"/>
            <a:ext cx="2314575" cy="649111"/>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iw-IL"/>
              <a:t>הוראות בטיחות לעובד</a:t>
            </a:r>
            <a:endParaRPr/>
          </a:p>
        </p:txBody>
      </p:sp>
      <p:sp>
        <p:nvSpPr>
          <p:cNvPr id="124" name="Google Shape;124;p2"/>
          <p:cNvSpPr txBox="1"/>
          <p:nvPr>
            <p:ph idx="12" type="sldNum"/>
          </p:nvPr>
        </p:nvSpPr>
        <p:spPr>
          <a:xfrm>
            <a:off x="4843463" y="11300181"/>
            <a:ext cx="1543050" cy="649111"/>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iw-IL"/>
              <a:t>‹#›</a:t>
            </a:fld>
            <a:endParaRPr/>
          </a:p>
        </p:txBody>
      </p:sp>
      <p:pic>
        <p:nvPicPr>
          <p:cNvPr id="125" name="Google Shape;125;p2"/>
          <p:cNvPicPr preferRelativeResize="0"/>
          <p:nvPr/>
        </p:nvPicPr>
        <p:blipFill rotWithShape="1">
          <a:blip r:embed="rId5">
            <a:alphaModFix/>
          </a:blip>
          <a:srcRect b="0" l="0" r="0" t="0"/>
          <a:stretch/>
        </p:blipFill>
        <p:spPr>
          <a:xfrm>
            <a:off x="49097" y="0"/>
            <a:ext cx="1157316" cy="112860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3"/>
          <p:cNvSpPr txBox="1"/>
          <p:nvPr>
            <p:ph type="title"/>
          </p:nvPr>
        </p:nvSpPr>
        <p:spPr>
          <a:xfrm>
            <a:off x="0" y="1035757"/>
            <a:ext cx="6858000" cy="417686"/>
          </a:xfrm>
          <a:prstGeom prst="rect">
            <a:avLst/>
          </a:prstGeom>
          <a:noFill/>
          <a:ln>
            <a:noFill/>
          </a:ln>
        </p:spPr>
        <p:txBody>
          <a:bodyPr anchorCtr="0" anchor="ctr" bIns="45700" lIns="91425" spcFirstLastPara="1" rIns="91425" wrap="square" tIns="45700">
            <a:normAutofit fontScale="90000"/>
          </a:bodyPr>
          <a:lstStyle/>
          <a:p>
            <a:pPr indent="0" lvl="0" marL="0" rtl="1" algn="ctr">
              <a:lnSpc>
                <a:spcPct val="90000"/>
              </a:lnSpc>
              <a:spcBef>
                <a:spcPts val="0"/>
              </a:spcBef>
              <a:spcAft>
                <a:spcPts val="0"/>
              </a:spcAft>
              <a:buClr>
                <a:schemeClr val="dk1"/>
              </a:buClr>
              <a:buSzPct val="100000"/>
              <a:buFont typeface="Aharoni"/>
              <a:buNone/>
            </a:pPr>
            <a:r>
              <a:rPr b="1" lang="iw-IL" sz="2400" u="sng">
                <a:latin typeface="Aharoni"/>
                <a:ea typeface="Aharoni"/>
                <a:cs typeface="Aharoni"/>
                <a:sym typeface="Aharoni"/>
              </a:rPr>
              <a:t>תמצית הדרכת בטיחות והוראות בטיחות לעבוד באתר בניה </a:t>
            </a:r>
            <a:endParaRPr/>
          </a:p>
        </p:txBody>
      </p:sp>
      <p:sp>
        <p:nvSpPr>
          <p:cNvPr id="131" name="Google Shape;131;p3"/>
          <p:cNvSpPr txBox="1"/>
          <p:nvPr>
            <p:ph idx="1" type="body"/>
          </p:nvPr>
        </p:nvSpPr>
        <p:spPr>
          <a:xfrm>
            <a:off x="10643" y="1610733"/>
            <a:ext cx="6847355" cy="559948"/>
          </a:xfrm>
          <a:prstGeom prst="rect">
            <a:avLst/>
          </a:prstGeom>
          <a:noFill/>
          <a:ln>
            <a:noFill/>
          </a:ln>
        </p:spPr>
        <p:txBody>
          <a:bodyPr anchorCtr="0" anchor="t" bIns="45700" lIns="91425" spcFirstLastPara="1" rIns="91425" wrap="square" tIns="45700">
            <a:normAutofit/>
          </a:bodyPr>
          <a:lstStyle/>
          <a:p>
            <a:pPr indent="0" lvl="0" marL="0" rtl="1" algn="r">
              <a:lnSpc>
                <a:spcPct val="90000"/>
              </a:lnSpc>
              <a:spcBef>
                <a:spcPts val="0"/>
              </a:spcBef>
              <a:spcAft>
                <a:spcPts val="0"/>
              </a:spcAft>
              <a:buClr>
                <a:schemeClr val="dk1"/>
              </a:buClr>
              <a:buSzPts val="2800"/>
              <a:buNone/>
            </a:pPr>
            <a:r>
              <a:rPr b="1" lang="iw-IL" sz="2800" u="sng">
                <a:latin typeface="Aharoni"/>
                <a:ea typeface="Aharoni"/>
                <a:cs typeface="Aharoni"/>
                <a:sym typeface="Aharoni"/>
              </a:rPr>
              <a:t>חפירות</a:t>
            </a:r>
            <a:endParaRPr/>
          </a:p>
        </p:txBody>
      </p:sp>
      <p:graphicFrame>
        <p:nvGraphicFramePr>
          <p:cNvPr id="132" name="Google Shape;132;p3"/>
          <p:cNvGraphicFramePr/>
          <p:nvPr/>
        </p:nvGraphicFramePr>
        <p:xfrm>
          <a:off x="143271" y="3072573"/>
          <a:ext cx="3000000" cy="3000000"/>
        </p:xfrm>
        <a:graphic>
          <a:graphicData uri="http://schemas.openxmlformats.org/drawingml/2006/table">
            <a:tbl>
              <a:tblPr bandRow="1" firstCol="1" firstRow="1">
                <a:noFill/>
                <a:tableStyleId>{FB6D6766-C3E4-4BB9-BE31-83216EC31A9B}</a:tableStyleId>
              </a:tblPr>
              <a:tblGrid>
                <a:gridCol w="1690500"/>
                <a:gridCol w="1932000"/>
                <a:gridCol w="2948975"/>
              </a:tblGrid>
              <a:tr h="148175">
                <a:tc>
                  <a:txBody>
                    <a:bodyPr/>
                    <a:lstStyle/>
                    <a:p>
                      <a:pPr indent="0" lvl="0" marL="0" marR="0" rtl="1" algn="ctr">
                        <a:lnSpc>
                          <a:spcPct val="107000"/>
                        </a:lnSpc>
                        <a:spcBef>
                          <a:spcPts val="0"/>
                        </a:spcBef>
                        <a:spcAft>
                          <a:spcPts val="0"/>
                        </a:spcAft>
                        <a:buNone/>
                      </a:pPr>
                      <a:r>
                        <a:rPr lang="iw-IL" sz="1100" u="none" cap="none" strike="noStrike">
                          <a:latin typeface="Aharoni"/>
                          <a:ea typeface="Aharoni"/>
                          <a:cs typeface="Aharoni"/>
                          <a:sym typeface="Aharoni"/>
                        </a:rPr>
                        <a:t>השפעה שלילית</a:t>
                      </a:r>
                      <a:endParaRPr sz="1100" u="none" cap="none" strike="noStrike">
                        <a:solidFill>
                          <a:schemeClr val="dk1"/>
                        </a:solidFill>
                        <a:latin typeface="Aharoni"/>
                        <a:ea typeface="Aharoni"/>
                        <a:cs typeface="Aharoni"/>
                        <a:sym typeface="Aharoni"/>
                      </a:endParaRPr>
                    </a:p>
                  </a:txBody>
                  <a:tcPr marT="0" marB="0" marR="65225" marL="652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1" algn="ctr">
                        <a:lnSpc>
                          <a:spcPct val="107000"/>
                        </a:lnSpc>
                        <a:spcBef>
                          <a:spcPts val="0"/>
                        </a:spcBef>
                        <a:spcAft>
                          <a:spcPts val="0"/>
                        </a:spcAft>
                        <a:buNone/>
                      </a:pPr>
                      <a:r>
                        <a:rPr lang="iw-IL" sz="1100" u="none" cap="none" strike="noStrike">
                          <a:latin typeface="Aharoni"/>
                          <a:ea typeface="Aharoni"/>
                          <a:cs typeface="Aharoni"/>
                          <a:sym typeface="Aharoni"/>
                        </a:rPr>
                        <a:t>כשל\תרחיש שלילי</a:t>
                      </a:r>
                      <a:endParaRPr sz="1100" u="none" cap="none" strike="noStrike">
                        <a:solidFill>
                          <a:schemeClr val="dk1"/>
                        </a:solidFill>
                        <a:latin typeface="Aharoni"/>
                        <a:ea typeface="Aharoni"/>
                        <a:cs typeface="Aharoni"/>
                        <a:sym typeface="Aharoni"/>
                      </a:endParaRPr>
                    </a:p>
                  </a:txBody>
                  <a:tcPr marT="0" marB="0" marR="65225" marL="652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1" algn="ctr">
                        <a:lnSpc>
                          <a:spcPct val="107000"/>
                        </a:lnSpc>
                        <a:spcBef>
                          <a:spcPts val="0"/>
                        </a:spcBef>
                        <a:spcAft>
                          <a:spcPts val="0"/>
                        </a:spcAft>
                        <a:buNone/>
                      </a:pPr>
                      <a:r>
                        <a:rPr lang="iw-IL" sz="1100" u="none" cap="none" strike="noStrike">
                          <a:latin typeface="Aharoni"/>
                          <a:ea typeface="Aharoni"/>
                          <a:cs typeface="Aharoni"/>
                          <a:sym typeface="Aharoni"/>
                        </a:rPr>
                        <a:t>סילוק\מיזעור הסיכון\דרכי מנע</a:t>
                      </a:r>
                      <a:endParaRPr sz="1100" u="none" cap="none" strike="noStrike">
                        <a:solidFill>
                          <a:schemeClr val="dk1"/>
                        </a:solidFill>
                        <a:latin typeface="Aharoni"/>
                        <a:ea typeface="Aharoni"/>
                        <a:cs typeface="Aharoni"/>
                        <a:sym typeface="Aharoni"/>
                      </a:endParaRPr>
                    </a:p>
                  </a:txBody>
                  <a:tcPr marT="0" marB="0" marR="65225" marL="652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064050">
                <a:tc>
                  <a:txBody>
                    <a:bodyPr/>
                    <a:lstStyle/>
                    <a:p>
                      <a:pPr indent="-342900" lvl="0" marL="342900" marR="0" rtl="1" algn="r">
                        <a:lnSpc>
                          <a:spcPct val="107000"/>
                        </a:lnSpc>
                        <a:spcBef>
                          <a:spcPts val="0"/>
                        </a:spcBef>
                        <a:spcAft>
                          <a:spcPts val="0"/>
                        </a:spcAft>
                        <a:buClr>
                          <a:schemeClr val="dk1"/>
                        </a:buClr>
                        <a:buSzPts val="1100"/>
                        <a:buFont typeface="Noto Sans Symbols"/>
                        <a:buChar char="∙"/>
                      </a:pPr>
                      <a:r>
                        <a:rPr lang="iw-IL" sz="1100" u="none" cap="none" strike="noStrike">
                          <a:latin typeface="Aharoni"/>
                          <a:ea typeface="Aharoni"/>
                          <a:cs typeface="Aharoni"/>
                          <a:sym typeface="Aharoni"/>
                        </a:rPr>
                        <a:t>חבלות</a:t>
                      </a:r>
                      <a:endParaRPr/>
                    </a:p>
                    <a:p>
                      <a:pPr indent="-342900" lvl="0" marL="342900" marR="0" rtl="1" algn="r">
                        <a:lnSpc>
                          <a:spcPct val="107000"/>
                        </a:lnSpc>
                        <a:spcBef>
                          <a:spcPts val="0"/>
                        </a:spcBef>
                        <a:spcAft>
                          <a:spcPts val="0"/>
                        </a:spcAft>
                        <a:buClr>
                          <a:schemeClr val="dk1"/>
                        </a:buClr>
                        <a:buSzPts val="1100"/>
                        <a:buFont typeface="Noto Sans Symbols"/>
                        <a:buChar char="∙"/>
                      </a:pPr>
                      <a:r>
                        <a:rPr b="0" lang="iw-IL" sz="1100" u="none" cap="none" strike="noStrike">
                          <a:solidFill>
                            <a:schemeClr val="dk1"/>
                          </a:solidFill>
                          <a:latin typeface="Aharoni"/>
                          <a:ea typeface="Aharoni"/>
                          <a:cs typeface="Aharoni"/>
                          <a:sym typeface="Aharoni"/>
                        </a:rPr>
                        <a:t>נפילות</a:t>
                      </a:r>
                      <a:endParaRPr/>
                    </a:p>
                    <a:p>
                      <a:pPr indent="-342900" lvl="0" marL="342900" marR="0" rtl="1" algn="r">
                        <a:lnSpc>
                          <a:spcPct val="107000"/>
                        </a:lnSpc>
                        <a:spcBef>
                          <a:spcPts val="0"/>
                        </a:spcBef>
                        <a:spcAft>
                          <a:spcPts val="0"/>
                        </a:spcAft>
                        <a:buClr>
                          <a:schemeClr val="dk1"/>
                        </a:buClr>
                        <a:buSzPts val="1100"/>
                        <a:buFont typeface="Noto Sans Symbols"/>
                        <a:buChar char="∙"/>
                      </a:pPr>
                      <a:r>
                        <a:rPr b="0" lang="iw-IL" sz="1100" u="none" cap="none" strike="noStrike">
                          <a:solidFill>
                            <a:schemeClr val="dk1"/>
                          </a:solidFill>
                          <a:latin typeface="Aharoni"/>
                          <a:ea typeface="Aharoni"/>
                          <a:cs typeface="Aharoni"/>
                          <a:sym typeface="Aharoni"/>
                        </a:rPr>
                        <a:t>התמוטטות חפירה</a:t>
                      </a:r>
                      <a:endParaRPr/>
                    </a:p>
                    <a:p>
                      <a:pPr indent="-342900" lvl="0" marL="342900" marR="0" rtl="1" algn="r">
                        <a:lnSpc>
                          <a:spcPct val="107000"/>
                        </a:lnSpc>
                        <a:spcBef>
                          <a:spcPts val="0"/>
                        </a:spcBef>
                        <a:spcAft>
                          <a:spcPts val="0"/>
                        </a:spcAft>
                        <a:buClr>
                          <a:schemeClr val="dk1"/>
                        </a:buClr>
                        <a:buSzPts val="1100"/>
                        <a:buFont typeface="Noto Sans Symbols"/>
                        <a:buChar char="∙"/>
                      </a:pPr>
                      <a:r>
                        <a:rPr b="0" lang="iw-IL" sz="1100" u="none" cap="none" strike="noStrike">
                          <a:solidFill>
                            <a:schemeClr val="dk1"/>
                          </a:solidFill>
                          <a:latin typeface="Aharoni"/>
                          <a:ea typeface="Aharoni"/>
                          <a:cs typeface="Aharoni"/>
                          <a:sym typeface="Aharoni"/>
                        </a:rPr>
                        <a:t>התחשמלות</a:t>
                      </a:r>
                      <a:endParaRPr/>
                    </a:p>
                    <a:p>
                      <a:pPr indent="-342900" lvl="0" marL="342900" marR="0" rtl="1" algn="r">
                        <a:lnSpc>
                          <a:spcPct val="107000"/>
                        </a:lnSpc>
                        <a:spcBef>
                          <a:spcPts val="0"/>
                        </a:spcBef>
                        <a:spcAft>
                          <a:spcPts val="0"/>
                        </a:spcAft>
                        <a:buClr>
                          <a:schemeClr val="dk1"/>
                        </a:buClr>
                        <a:buSzPts val="1100"/>
                        <a:buFont typeface="Noto Sans Symbols"/>
                        <a:buChar char="∙"/>
                      </a:pPr>
                      <a:r>
                        <a:rPr b="0" lang="iw-IL" sz="1100" u="none" cap="none" strike="noStrike">
                          <a:solidFill>
                            <a:schemeClr val="dk1"/>
                          </a:solidFill>
                          <a:latin typeface="Aharoni"/>
                          <a:ea typeface="Aharoni"/>
                          <a:cs typeface="Aharoni"/>
                          <a:sym typeface="Aharoni"/>
                        </a:rPr>
                        <a:t>הקשות</a:t>
                      </a:r>
                      <a:endParaRPr b="0" sz="1100" u="none" cap="none" strike="noStrike">
                        <a:solidFill>
                          <a:schemeClr val="dk1"/>
                        </a:solidFill>
                        <a:latin typeface="Aharoni"/>
                        <a:ea typeface="Aharoni"/>
                        <a:cs typeface="Aharoni"/>
                        <a:sym typeface="Aharoni"/>
                      </a:endParaRPr>
                    </a:p>
                  </a:txBody>
                  <a:tcPr marT="0" marB="0" marR="65225" marL="652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342900" lvl="0" marL="342900" marR="0" rtl="1" algn="r">
                        <a:lnSpc>
                          <a:spcPct val="107000"/>
                        </a:lnSpc>
                        <a:spcBef>
                          <a:spcPts val="0"/>
                        </a:spcBef>
                        <a:spcAft>
                          <a:spcPts val="0"/>
                        </a:spcAft>
                        <a:buClr>
                          <a:schemeClr val="dk1"/>
                        </a:buClr>
                        <a:buSzPts val="1100"/>
                        <a:buFont typeface="Noto Sans Symbols"/>
                        <a:buChar char="∙"/>
                      </a:pPr>
                      <a:r>
                        <a:rPr lang="iw-IL" sz="1100" u="none" cap="none" strike="noStrike">
                          <a:latin typeface="Aharoni"/>
                          <a:ea typeface="Aharoni"/>
                          <a:cs typeface="Aharoni"/>
                          <a:sym typeface="Aharoni"/>
                        </a:rPr>
                        <a:t>נפילת עובדים בחפירה</a:t>
                      </a:r>
                      <a:endParaRPr/>
                    </a:p>
                    <a:p>
                      <a:pPr indent="-342900" lvl="0" marL="342900" marR="0" rtl="1" algn="r">
                        <a:lnSpc>
                          <a:spcPct val="107000"/>
                        </a:lnSpc>
                        <a:spcBef>
                          <a:spcPts val="0"/>
                        </a:spcBef>
                        <a:spcAft>
                          <a:spcPts val="0"/>
                        </a:spcAft>
                        <a:buClr>
                          <a:schemeClr val="dk1"/>
                        </a:buClr>
                        <a:buSzPts val="1100"/>
                        <a:buFont typeface="Noto Sans Symbols"/>
                        <a:buChar char="∙"/>
                      </a:pPr>
                      <a:r>
                        <a:rPr lang="iw-IL" sz="1100" u="none" cap="none" strike="noStrike">
                          <a:solidFill>
                            <a:schemeClr val="dk1"/>
                          </a:solidFill>
                          <a:latin typeface="Aharoni"/>
                          <a:ea typeface="Aharoni"/>
                          <a:cs typeface="Aharoni"/>
                          <a:sym typeface="Aharoni"/>
                        </a:rPr>
                        <a:t>התמוטטות חפירה</a:t>
                      </a:r>
                      <a:endParaRPr/>
                    </a:p>
                    <a:p>
                      <a:pPr indent="-342900" lvl="0" marL="342900" marR="0" rtl="1" algn="r">
                        <a:lnSpc>
                          <a:spcPct val="107000"/>
                        </a:lnSpc>
                        <a:spcBef>
                          <a:spcPts val="0"/>
                        </a:spcBef>
                        <a:spcAft>
                          <a:spcPts val="0"/>
                        </a:spcAft>
                        <a:buClr>
                          <a:schemeClr val="dk1"/>
                        </a:buClr>
                        <a:buSzPts val="1100"/>
                        <a:buFont typeface="Noto Sans Symbols"/>
                        <a:buChar char="∙"/>
                      </a:pPr>
                      <a:r>
                        <a:rPr lang="iw-IL" sz="1100" u="none" cap="none" strike="noStrike">
                          <a:solidFill>
                            <a:schemeClr val="dk1"/>
                          </a:solidFill>
                          <a:latin typeface="Aharoni"/>
                          <a:ea typeface="Aharoni"/>
                          <a:cs typeface="Aharoni"/>
                          <a:sym typeface="Aharoni"/>
                        </a:rPr>
                        <a:t>פגיעה בתשתיות</a:t>
                      </a:r>
                      <a:endParaRPr/>
                    </a:p>
                    <a:p>
                      <a:pPr indent="-342900" lvl="0" marL="342900" marR="0" rtl="1" algn="r">
                        <a:lnSpc>
                          <a:spcPct val="107000"/>
                        </a:lnSpc>
                        <a:spcBef>
                          <a:spcPts val="0"/>
                        </a:spcBef>
                        <a:spcAft>
                          <a:spcPts val="0"/>
                        </a:spcAft>
                        <a:buClr>
                          <a:schemeClr val="dk1"/>
                        </a:buClr>
                        <a:buSzPts val="1100"/>
                        <a:buFont typeface="Noto Sans Symbols"/>
                        <a:buChar char="∙"/>
                      </a:pPr>
                      <a:r>
                        <a:rPr lang="iw-IL" sz="1100" u="none" cap="none" strike="noStrike">
                          <a:solidFill>
                            <a:schemeClr val="dk1"/>
                          </a:solidFill>
                          <a:latin typeface="Aharoni"/>
                          <a:ea typeface="Aharoni"/>
                          <a:cs typeface="Aharoni"/>
                          <a:sym typeface="Aharoni"/>
                        </a:rPr>
                        <a:t>התהפכות ציוד הנדסי</a:t>
                      </a:r>
                      <a:endParaRPr/>
                    </a:p>
                    <a:p>
                      <a:pPr indent="-342900" lvl="0" marL="342900" marR="0" rtl="1" algn="r">
                        <a:lnSpc>
                          <a:spcPct val="107000"/>
                        </a:lnSpc>
                        <a:spcBef>
                          <a:spcPts val="0"/>
                        </a:spcBef>
                        <a:spcAft>
                          <a:spcPts val="0"/>
                        </a:spcAft>
                        <a:buClr>
                          <a:schemeClr val="dk1"/>
                        </a:buClr>
                        <a:buSzPts val="1100"/>
                        <a:buFont typeface="Noto Sans Symbols"/>
                        <a:buChar char="∙"/>
                      </a:pPr>
                      <a:r>
                        <a:rPr lang="iw-IL" sz="1100" u="none" cap="none" strike="noStrike">
                          <a:solidFill>
                            <a:schemeClr val="dk1"/>
                          </a:solidFill>
                          <a:latin typeface="Aharoni"/>
                          <a:ea typeface="Aharoni"/>
                          <a:cs typeface="Aharoni"/>
                          <a:sym typeface="Aharoni"/>
                        </a:rPr>
                        <a:t>הקשות מזוחלים</a:t>
                      </a:r>
                      <a:endParaRPr sz="1100" u="none" cap="none" strike="noStrike">
                        <a:solidFill>
                          <a:schemeClr val="dk1"/>
                        </a:solidFill>
                        <a:latin typeface="Aharoni"/>
                        <a:ea typeface="Aharoni"/>
                        <a:cs typeface="Aharoni"/>
                        <a:sym typeface="Aharoni"/>
                      </a:endParaRPr>
                    </a:p>
                  </a:txBody>
                  <a:tcPr marT="0" marB="0" marR="65225" marL="652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342900" lvl="0" marL="342900" marR="0" rtl="1" algn="r">
                        <a:lnSpc>
                          <a:spcPct val="107000"/>
                        </a:lnSpc>
                        <a:spcBef>
                          <a:spcPts val="0"/>
                        </a:spcBef>
                        <a:spcAft>
                          <a:spcPts val="0"/>
                        </a:spcAft>
                        <a:buClr>
                          <a:schemeClr val="dk1"/>
                        </a:buClr>
                        <a:buSzPts val="1100"/>
                        <a:buFont typeface="Noto Sans Symbols"/>
                        <a:buChar char="∙"/>
                      </a:pPr>
                      <a:r>
                        <a:rPr lang="iw-IL" sz="1100" u="none" cap="none" strike="noStrike">
                          <a:latin typeface="Aharoni"/>
                          <a:ea typeface="Aharoni"/>
                          <a:cs typeface="Aharoni"/>
                          <a:sym typeface="Aharoni"/>
                        </a:rPr>
                        <a:t>ביצוע חפירה באישור מנהל עבודה ולאחר סריקת תשתיות ובעלי חיים</a:t>
                      </a:r>
                      <a:endParaRPr/>
                    </a:p>
                    <a:p>
                      <a:pPr indent="-342900" lvl="0" marL="342900" marR="0" rtl="1" algn="r">
                        <a:lnSpc>
                          <a:spcPct val="107000"/>
                        </a:lnSpc>
                        <a:spcBef>
                          <a:spcPts val="0"/>
                        </a:spcBef>
                        <a:spcAft>
                          <a:spcPts val="0"/>
                        </a:spcAft>
                        <a:buClr>
                          <a:schemeClr val="dk1"/>
                        </a:buClr>
                        <a:buSzPts val="1100"/>
                        <a:buFont typeface="Noto Sans Symbols"/>
                        <a:buChar char="∙"/>
                      </a:pPr>
                      <a:r>
                        <a:rPr b="1" lang="iw-IL" sz="1100" u="none" cap="none" strike="noStrike">
                          <a:solidFill>
                            <a:schemeClr val="dk1"/>
                          </a:solidFill>
                          <a:latin typeface="Aharoni"/>
                          <a:ea typeface="Aharoni"/>
                          <a:cs typeface="Aharoni"/>
                          <a:sym typeface="Aharoni"/>
                        </a:rPr>
                        <a:t>עבודה ליד תשתיות בכלים ידניים ובזהירות</a:t>
                      </a:r>
                      <a:endParaRPr/>
                    </a:p>
                    <a:p>
                      <a:pPr indent="-342900" lvl="0" marL="342900" marR="0" rtl="1" algn="r">
                        <a:lnSpc>
                          <a:spcPct val="107000"/>
                        </a:lnSpc>
                        <a:spcBef>
                          <a:spcPts val="0"/>
                        </a:spcBef>
                        <a:spcAft>
                          <a:spcPts val="0"/>
                        </a:spcAft>
                        <a:buClr>
                          <a:schemeClr val="dk1"/>
                        </a:buClr>
                        <a:buSzPts val="1100"/>
                        <a:buFont typeface="Noto Sans Symbols"/>
                        <a:buChar char="∙"/>
                      </a:pPr>
                      <a:r>
                        <a:rPr b="1" lang="iw-IL" sz="1100" u="none" cap="none" strike="noStrike">
                          <a:solidFill>
                            <a:schemeClr val="dk1"/>
                          </a:solidFill>
                          <a:latin typeface="Aharoni"/>
                          <a:ea typeface="Aharoni"/>
                          <a:cs typeface="Aharoni"/>
                          <a:sym typeface="Aharoni"/>
                        </a:rPr>
                        <a:t>עליה וירידה ממקומות ייעודיים, חובת גידור חפירה ושילוט</a:t>
                      </a:r>
                      <a:endParaRPr/>
                    </a:p>
                    <a:p>
                      <a:pPr indent="-342900" lvl="0" marL="342900" marR="0" rtl="1" algn="r">
                        <a:lnSpc>
                          <a:spcPct val="107000"/>
                        </a:lnSpc>
                        <a:spcBef>
                          <a:spcPts val="0"/>
                        </a:spcBef>
                        <a:spcAft>
                          <a:spcPts val="0"/>
                        </a:spcAft>
                        <a:buClr>
                          <a:schemeClr val="dk1"/>
                        </a:buClr>
                        <a:buSzPts val="1100"/>
                        <a:buFont typeface="Noto Sans Symbols"/>
                        <a:buChar char="∙"/>
                      </a:pPr>
                      <a:r>
                        <a:rPr b="1" lang="iw-IL" sz="1100" u="none" cap="none" strike="noStrike">
                          <a:solidFill>
                            <a:schemeClr val="dk1"/>
                          </a:solidFill>
                          <a:latin typeface="Aharoni"/>
                          <a:ea typeface="Aharoni"/>
                          <a:cs typeface="Aharoni"/>
                          <a:sym typeface="Aharoni"/>
                        </a:rPr>
                        <a:t>חפירה לפי שיפוע טבעי\דיפון, נקיטת אמצעים למניעת התמוטטות</a:t>
                      </a:r>
                      <a:endParaRPr/>
                    </a:p>
                    <a:p>
                      <a:pPr indent="-342900" lvl="0" marL="342900" marR="0" rtl="1" algn="r">
                        <a:lnSpc>
                          <a:spcPct val="107000"/>
                        </a:lnSpc>
                        <a:spcBef>
                          <a:spcPts val="0"/>
                        </a:spcBef>
                        <a:spcAft>
                          <a:spcPts val="0"/>
                        </a:spcAft>
                        <a:buClr>
                          <a:schemeClr val="dk1"/>
                        </a:buClr>
                        <a:buSzPts val="1100"/>
                        <a:buFont typeface="Noto Sans Symbols"/>
                        <a:buChar char="∙"/>
                      </a:pPr>
                      <a:r>
                        <a:rPr b="1" lang="iw-IL" sz="1100" u="none" cap="none" strike="noStrike">
                          <a:solidFill>
                            <a:schemeClr val="dk1"/>
                          </a:solidFill>
                          <a:latin typeface="Aharoni"/>
                          <a:ea typeface="Aharoni"/>
                          <a:cs typeface="Aharoni"/>
                          <a:sym typeface="Aharoni"/>
                        </a:rPr>
                        <a:t>רוחב חפירה יאפשר ביצוע העבודה , מעברים מעל חפירה 60 ס"מ</a:t>
                      </a:r>
                      <a:endParaRPr/>
                    </a:p>
                    <a:p>
                      <a:pPr indent="-342900" lvl="0" marL="342900" marR="0" rtl="1" algn="r">
                        <a:lnSpc>
                          <a:spcPct val="107000"/>
                        </a:lnSpc>
                        <a:spcBef>
                          <a:spcPts val="0"/>
                        </a:spcBef>
                        <a:spcAft>
                          <a:spcPts val="0"/>
                        </a:spcAft>
                        <a:buClr>
                          <a:schemeClr val="dk1"/>
                        </a:buClr>
                        <a:buSzPts val="1100"/>
                        <a:buFont typeface="Noto Sans Symbols"/>
                        <a:buChar char="∙"/>
                      </a:pPr>
                      <a:r>
                        <a:rPr b="1" lang="iw-IL" sz="1100" u="none" cap="none" strike="noStrike">
                          <a:solidFill>
                            <a:schemeClr val="dk1"/>
                          </a:solidFill>
                          <a:latin typeface="Aharoni"/>
                          <a:ea typeface="Aharoni"/>
                          <a:cs typeface="Aharoni"/>
                          <a:sym typeface="Aharoni"/>
                        </a:rPr>
                        <a:t>ציוד הנדסי יתקרב עד למרחק בטוח, עובדים לא יעבדו בסביבת הציוד</a:t>
                      </a:r>
                      <a:endParaRPr b="1" sz="1100" u="none" cap="none" strike="noStrike">
                        <a:solidFill>
                          <a:schemeClr val="dk1"/>
                        </a:solidFill>
                        <a:latin typeface="Aharoni"/>
                        <a:ea typeface="Aharoni"/>
                        <a:cs typeface="Aharoni"/>
                        <a:sym typeface="Aharoni"/>
                      </a:endParaRPr>
                    </a:p>
                  </a:txBody>
                  <a:tcPr marT="0" marB="0" marR="65225" marL="652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133" name="Google Shape;133;p3"/>
          <p:cNvSpPr txBox="1"/>
          <p:nvPr/>
        </p:nvSpPr>
        <p:spPr>
          <a:xfrm>
            <a:off x="153385" y="2314996"/>
            <a:ext cx="1276264" cy="640587"/>
          </a:xfrm>
          <a:prstGeom prst="rect">
            <a:avLst/>
          </a:prstGeom>
          <a:noFill/>
          <a:ln>
            <a:noFill/>
          </a:ln>
        </p:spPr>
        <p:txBody>
          <a:bodyPr anchorCtr="0" anchor="t" bIns="45700" lIns="91425" spcFirstLastPara="1" rIns="91425" wrap="square" tIns="45700">
            <a:normAutofit/>
          </a:bodyPr>
          <a:lstStyle/>
          <a:p>
            <a:pPr indent="0" lvl="0" marL="0" marR="0" rtl="1" algn="ctr">
              <a:lnSpc>
                <a:spcPct val="90000"/>
              </a:lnSpc>
              <a:spcBef>
                <a:spcPts val="0"/>
              </a:spcBef>
              <a:spcAft>
                <a:spcPts val="0"/>
              </a:spcAft>
              <a:buClr>
                <a:srgbClr val="FF0000"/>
              </a:buClr>
              <a:buSzPts val="1300"/>
              <a:buFont typeface="Arial"/>
              <a:buNone/>
            </a:pPr>
            <a:r>
              <a:rPr b="1" i="0" lang="iw-IL" sz="1300" u="none" cap="none" strike="noStrike">
                <a:solidFill>
                  <a:srgbClr val="FF0000"/>
                </a:solidFill>
                <a:latin typeface="Aharoni"/>
                <a:ea typeface="Aharoni"/>
                <a:cs typeface="Aharoni"/>
                <a:sym typeface="Aharoni"/>
              </a:rPr>
              <a:t>סכנה!</a:t>
            </a:r>
            <a:endParaRPr/>
          </a:p>
          <a:p>
            <a:pPr indent="0" lvl="0" marL="0" marR="0" rtl="1" algn="ctr">
              <a:lnSpc>
                <a:spcPct val="90000"/>
              </a:lnSpc>
              <a:spcBef>
                <a:spcPts val="750"/>
              </a:spcBef>
              <a:spcAft>
                <a:spcPts val="0"/>
              </a:spcAft>
              <a:buClr>
                <a:schemeClr val="dk1"/>
              </a:buClr>
              <a:buSzPts val="1300"/>
              <a:buFont typeface="Arial"/>
              <a:buNone/>
            </a:pPr>
            <a:r>
              <a:rPr b="1" i="0" lang="iw-IL" sz="1300" u="none" cap="none" strike="noStrike">
                <a:solidFill>
                  <a:schemeClr val="dk1"/>
                </a:solidFill>
                <a:latin typeface="Aharoni"/>
                <a:ea typeface="Aharoni"/>
                <a:cs typeface="Aharoni"/>
                <a:sym typeface="Aharoni"/>
              </a:rPr>
              <a:t>תעלה פתוחה</a:t>
            </a:r>
            <a:endParaRPr/>
          </a:p>
        </p:txBody>
      </p:sp>
      <p:cxnSp>
        <p:nvCxnSpPr>
          <p:cNvPr id="134" name="Google Shape;134;p3"/>
          <p:cNvCxnSpPr/>
          <p:nvPr/>
        </p:nvCxnSpPr>
        <p:spPr>
          <a:xfrm>
            <a:off x="0" y="5447690"/>
            <a:ext cx="6858000" cy="0"/>
          </a:xfrm>
          <a:prstGeom prst="straightConnector1">
            <a:avLst/>
          </a:prstGeom>
          <a:noFill/>
          <a:ln cap="flat" cmpd="sng" w="38100">
            <a:solidFill>
              <a:schemeClr val="dk1"/>
            </a:solidFill>
            <a:prstDash val="solid"/>
            <a:miter lim="800000"/>
            <a:headEnd len="sm" w="sm" type="none"/>
            <a:tailEnd len="sm" w="sm" type="none"/>
          </a:ln>
        </p:spPr>
      </p:cxnSp>
      <p:sp>
        <p:nvSpPr>
          <p:cNvPr id="135" name="Google Shape;135;p3"/>
          <p:cNvSpPr txBox="1"/>
          <p:nvPr/>
        </p:nvSpPr>
        <p:spPr>
          <a:xfrm>
            <a:off x="34967" y="6209942"/>
            <a:ext cx="1111063" cy="600511"/>
          </a:xfrm>
          <a:prstGeom prst="rect">
            <a:avLst/>
          </a:prstGeom>
          <a:noFill/>
          <a:ln>
            <a:noFill/>
          </a:ln>
        </p:spPr>
        <p:txBody>
          <a:bodyPr anchorCtr="0" anchor="t" bIns="45700" lIns="91425" spcFirstLastPara="1" rIns="91425" wrap="square" tIns="45700">
            <a:normAutofit fontScale="92500"/>
          </a:bodyPr>
          <a:lstStyle/>
          <a:p>
            <a:pPr indent="0" lvl="0" marL="0" marR="0" rtl="1" algn="ctr">
              <a:lnSpc>
                <a:spcPct val="90000"/>
              </a:lnSpc>
              <a:spcBef>
                <a:spcPts val="0"/>
              </a:spcBef>
              <a:spcAft>
                <a:spcPts val="0"/>
              </a:spcAft>
              <a:buClr>
                <a:schemeClr val="dk1"/>
              </a:buClr>
              <a:buSzPct val="100000"/>
              <a:buFont typeface="Arial"/>
              <a:buNone/>
            </a:pPr>
            <a:r>
              <a:rPr b="1" i="0" lang="iw-IL" sz="1400" u="none" cap="none" strike="noStrike">
                <a:solidFill>
                  <a:schemeClr val="dk1"/>
                </a:solidFill>
                <a:latin typeface="Aharoni"/>
                <a:ea typeface="Aharoni"/>
                <a:cs typeface="Aharoni"/>
                <a:sym typeface="Aharoni"/>
              </a:rPr>
              <a:t>אש, להבה גלויה ועישון אסורים</a:t>
            </a:r>
            <a:endParaRPr/>
          </a:p>
        </p:txBody>
      </p:sp>
      <p:sp>
        <p:nvSpPr>
          <p:cNvPr id="136" name="Google Shape;136;p3"/>
          <p:cNvSpPr txBox="1"/>
          <p:nvPr/>
        </p:nvSpPr>
        <p:spPr>
          <a:xfrm>
            <a:off x="-13117" y="5492704"/>
            <a:ext cx="6871115" cy="559001"/>
          </a:xfrm>
          <a:prstGeom prst="rect">
            <a:avLst/>
          </a:prstGeom>
          <a:noFill/>
          <a:ln>
            <a:noFill/>
          </a:ln>
        </p:spPr>
        <p:txBody>
          <a:bodyPr anchorCtr="0" anchor="t" bIns="45700" lIns="91425" spcFirstLastPara="1" rIns="91425" wrap="square" tIns="45700">
            <a:normAutofit/>
          </a:bodyPr>
          <a:lstStyle/>
          <a:p>
            <a:pPr indent="0" lvl="0" marL="0" marR="0" rtl="1" algn="r">
              <a:lnSpc>
                <a:spcPct val="90000"/>
              </a:lnSpc>
              <a:spcBef>
                <a:spcPts val="0"/>
              </a:spcBef>
              <a:spcAft>
                <a:spcPts val="0"/>
              </a:spcAft>
              <a:buClr>
                <a:schemeClr val="dk1"/>
              </a:buClr>
              <a:buSzPts val="2800"/>
              <a:buFont typeface="Arial"/>
              <a:buNone/>
            </a:pPr>
            <a:r>
              <a:rPr b="1" i="0" lang="iw-IL" sz="2800" u="sng" cap="none" strike="noStrike">
                <a:solidFill>
                  <a:schemeClr val="dk1"/>
                </a:solidFill>
                <a:latin typeface="Aharoni"/>
                <a:ea typeface="Aharoni"/>
                <a:cs typeface="Aharoni"/>
                <a:sym typeface="Aharoni"/>
              </a:rPr>
              <a:t>עבודות חמות</a:t>
            </a:r>
            <a:endParaRPr/>
          </a:p>
        </p:txBody>
      </p:sp>
      <p:graphicFrame>
        <p:nvGraphicFramePr>
          <p:cNvPr id="137" name="Google Shape;137;p3"/>
          <p:cNvGraphicFramePr/>
          <p:nvPr/>
        </p:nvGraphicFramePr>
        <p:xfrm>
          <a:off x="153914" y="6676617"/>
          <a:ext cx="3000000" cy="3000000"/>
        </p:xfrm>
        <a:graphic>
          <a:graphicData uri="http://schemas.openxmlformats.org/drawingml/2006/table">
            <a:tbl>
              <a:tblPr bandRow="1" firstCol="1" firstRow="1">
                <a:noFill/>
                <a:tableStyleId>{FB6D6766-C3E4-4BB9-BE31-83216EC31A9B}</a:tableStyleId>
              </a:tblPr>
              <a:tblGrid>
                <a:gridCol w="1690500"/>
                <a:gridCol w="1932000"/>
                <a:gridCol w="2948975"/>
              </a:tblGrid>
              <a:tr h="148175">
                <a:tc>
                  <a:txBody>
                    <a:bodyPr/>
                    <a:lstStyle/>
                    <a:p>
                      <a:pPr indent="0" lvl="0" marL="0" marR="0" rtl="1" algn="ctr">
                        <a:lnSpc>
                          <a:spcPct val="107000"/>
                        </a:lnSpc>
                        <a:spcBef>
                          <a:spcPts val="0"/>
                        </a:spcBef>
                        <a:spcAft>
                          <a:spcPts val="0"/>
                        </a:spcAft>
                        <a:buNone/>
                      </a:pPr>
                      <a:r>
                        <a:rPr lang="iw-IL" sz="1100" u="none" cap="none" strike="noStrike">
                          <a:latin typeface="Aharoni"/>
                          <a:ea typeface="Aharoni"/>
                          <a:cs typeface="Aharoni"/>
                          <a:sym typeface="Aharoni"/>
                        </a:rPr>
                        <a:t>השפעה שלילית</a:t>
                      </a:r>
                      <a:endParaRPr sz="1100" u="none" cap="none" strike="noStrike">
                        <a:solidFill>
                          <a:schemeClr val="dk1"/>
                        </a:solidFill>
                        <a:latin typeface="Aharoni"/>
                        <a:ea typeface="Aharoni"/>
                        <a:cs typeface="Aharoni"/>
                        <a:sym typeface="Aharoni"/>
                      </a:endParaRPr>
                    </a:p>
                  </a:txBody>
                  <a:tcPr marT="0" marB="0" marR="65225" marL="652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1" algn="ctr">
                        <a:lnSpc>
                          <a:spcPct val="107000"/>
                        </a:lnSpc>
                        <a:spcBef>
                          <a:spcPts val="0"/>
                        </a:spcBef>
                        <a:spcAft>
                          <a:spcPts val="0"/>
                        </a:spcAft>
                        <a:buNone/>
                      </a:pPr>
                      <a:r>
                        <a:rPr lang="iw-IL" sz="1100" u="none" cap="none" strike="noStrike">
                          <a:latin typeface="Aharoni"/>
                          <a:ea typeface="Aharoni"/>
                          <a:cs typeface="Aharoni"/>
                          <a:sym typeface="Aharoni"/>
                        </a:rPr>
                        <a:t>כשל\תרחיש שלילי</a:t>
                      </a:r>
                      <a:endParaRPr sz="1100" u="none" cap="none" strike="noStrike">
                        <a:solidFill>
                          <a:schemeClr val="dk1"/>
                        </a:solidFill>
                        <a:latin typeface="Aharoni"/>
                        <a:ea typeface="Aharoni"/>
                        <a:cs typeface="Aharoni"/>
                        <a:sym typeface="Aharoni"/>
                      </a:endParaRPr>
                    </a:p>
                  </a:txBody>
                  <a:tcPr marT="0" marB="0" marR="65225" marL="652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1" algn="ctr">
                        <a:lnSpc>
                          <a:spcPct val="107000"/>
                        </a:lnSpc>
                        <a:spcBef>
                          <a:spcPts val="0"/>
                        </a:spcBef>
                        <a:spcAft>
                          <a:spcPts val="0"/>
                        </a:spcAft>
                        <a:buNone/>
                      </a:pPr>
                      <a:r>
                        <a:rPr lang="iw-IL" sz="1100" u="none" cap="none" strike="noStrike">
                          <a:latin typeface="Aharoni"/>
                          <a:ea typeface="Aharoni"/>
                          <a:cs typeface="Aharoni"/>
                          <a:sym typeface="Aharoni"/>
                        </a:rPr>
                        <a:t>סילוק\מיזעור הסיכון\דרכי מנע</a:t>
                      </a:r>
                      <a:endParaRPr sz="1100" u="none" cap="none" strike="noStrike">
                        <a:solidFill>
                          <a:schemeClr val="dk1"/>
                        </a:solidFill>
                        <a:latin typeface="Aharoni"/>
                        <a:ea typeface="Aharoni"/>
                        <a:cs typeface="Aharoni"/>
                        <a:sym typeface="Aharoni"/>
                      </a:endParaRPr>
                    </a:p>
                  </a:txBody>
                  <a:tcPr marT="0" marB="0" marR="65225" marL="652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233600">
                <a:tc>
                  <a:txBody>
                    <a:bodyPr/>
                    <a:lstStyle/>
                    <a:p>
                      <a:pPr indent="-342900" lvl="0" marL="342900" marR="0" rtl="1" algn="r">
                        <a:lnSpc>
                          <a:spcPct val="107000"/>
                        </a:lnSpc>
                        <a:spcBef>
                          <a:spcPts val="0"/>
                        </a:spcBef>
                        <a:spcAft>
                          <a:spcPts val="0"/>
                        </a:spcAft>
                        <a:buClr>
                          <a:schemeClr val="dk1"/>
                        </a:buClr>
                        <a:buSzPts val="1100"/>
                        <a:buFont typeface="Noto Sans Symbols"/>
                        <a:buChar char="∙"/>
                      </a:pPr>
                      <a:r>
                        <a:rPr b="0" lang="iw-IL" sz="1100" u="none" cap="none" strike="noStrike">
                          <a:solidFill>
                            <a:schemeClr val="dk1"/>
                          </a:solidFill>
                          <a:latin typeface="Aharoni"/>
                          <a:ea typeface="Aharoni"/>
                          <a:cs typeface="Aharoni"/>
                          <a:sym typeface="Aharoni"/>
                        </a:rPr>
                        <a:t>פגיעות עיניים</a:t>
                      </a:r>
                      <a:endParaRPr/>
                    </a:p>
                    <a:p>
                      <a:pPr indent="-342900" lvl="0" marL="342900" marR="0" rtl="1" algn="r">
                        <a:lnSpc>
                          <a:spcPct val="107000"/>
                        </a:lnSpc>
                        <a:spcBef>
                          <a:spcPts val="0"/>
                        </a:spcBef>
                        <a:spcAft>
                          <a:spcPts val="0"/>
                        </a:spcAft>
                        <a:buClr>
                          <a:schemeClr val="dk1"/>
                        </a:buClr>
                        <a:buSzPts val="1100"/>
                        <a:buFont typeface="Noto Sans Symbols"/>
                        <a:buChar char="∙"/>
                      </a:pPr>
                      <a:r>
                        <a:rPr b="0" lang="iw-IL" sz="1100" u="none" cap="none" strike="noStrike">
                          <a:solidFill>
                            <a:schemeClr val="dk1"/>
                          </a:solidFill>
                          <a:latin typeface="Aharoni"/>
                          <a:ea typeface="Aharoni"/>
                          <a:cs typeface="Aharoni"/>
                          <a:sym typeface="Aharoni"/>
                        </a:rPr>
                        <a:t>כוויות</a:t>
                      </a:r>
                      <a:endParaRPr/>
                    </a:p>
                    <a:p>
                      <a:pPr indent="-342900" lvl="0" marL="342900" marR="0" rtl="1" algn="r">
                        <a:lnSpc>
                          <a:spcPct val="107000"/>
                        </a:lnSpc>
                        <a:spcBef>
                          <a:spcPts val="0"/>
                        </a:spcBef>
                        <a:spcAft>
                          <a:spcPts val="0"/>
                        </a:spcAft>
                        <a:buClr>
                          <a:schemeClr val="dk1"/>
                        </a:buClr>
                        <a:buSzPts val="1100"/>
                        <a:buFont typeface="Noto Sans Symbols"/>
                        <a:buChar char="∙"/>
                      </a:pPr>
                      <a:r>
                        <a:rPr b="0" lang="iw-IL" sz="1100" u="none" cap="none" strike="noStrike">
                          <a:solidFill>
                            <a:schemeClr val="dk1"/>
                          </a:solidFill>
                          <a:latin typeface="Aharoni"/>
                          <a:ea typeface="Aharoni"/>
                          <a:cs typeface="Aharoni"/>
                          <a:sym typeface="Aharoni"/>
                        </a:rPr>
                        <a:t>דליקה\שריפה</a:t>
                      </a:r>
                      <a:endParaRPr/>
                    </a:p>
                    <a:p>
                      <a:pPr indent="-342900" lvl="0" marL="342900" marR="0" rtl="1" algn="r">
                        <a:lnSpc>
                          <a:spcPct val="107000"/>
                        </a:lnSpc>
                        <a:spcBef>
                          <a:spcPts val="0"/>
                        </a:spcBef>
                        <a:spcAft>
                          <a:spcPts val="0"/>
                        </a:spcAft>
                        <a:buClr>
                          <a:schemeClr val="dk1"/>
                        </a:buClr>
                        <a:buSzPts val="1100"/>
                        <a:buFont typeface="Noto Sans Symbols"/>
                        <a:buChar char="∙"/>
                      </a:pPr>
                      <a:r>
                        <a:rPr b="0" lang="iw-IL" sz="1100" u="none" cap="none" strike="noStrike">
                          <a:solidFill>
                            <a:schemeClr val="dk1"/>
                          </a:solidFill>
                          <a:latin typeface="Aharoni"/>
                          <a:ea typeface="Aharoni"/>
                          <a:cs typeface="Aharoni"/>
                          <a:sym typeface="Aharoni"/>
                        </a:rPr>
                        <a:t>התפוצצויות</a:t>
                      </a:r>
                      <a:endParaRPr/>
                    </a:p>
                    <a:p>
                      <a:pPr indent="-342900" lvl="0" marL="342900" marR="0" rtl="1" algn="r">
                        <a:lnSpc>
                          <a:spcPct val="107000"/>
                        </a:lnSpc>
                        <a:spcBef>
                          <a:spcPts val="0"/>
                        </a:spcBef>
                        <a:spcAft>
                          <a:spcPts val="0"/>
                        </a:spcAft>
                        <a:buClr>
                          <a:schemeClr val="dk1"/>
                        </a:buClr>
                        <a:buSzPts val="1100"/>
                        <a:buFont typeface="Noto Sans Symbols"/>
                        <a:buChar char="∙"/>
                      </a:pPr>
                      <a:r>
                        <a:rPr b="0" lang="iw-IL" sz="1100" u="none" cap="none" strike="noStrike">
                          <a:solidFill>
                            <a:schemeClr val="dk1"/>
                          </a:solidFill>
                          <a:latin typeface="Aharoni"/>
                          <a:ea typeface="Aharoni"/>
                          <a:cs typeface="Aharoni"/>
                          <a:sym typeface="Aharoni"/>
                        </a:rPr>
                        <a:t>התחשמלות</a:t>
                      </a:r>
                      <a:endParaRPr b="0" sz="1100" u="none" cap="none" strike="noStrike">
                        <a:solidFill>
                          <a:schemeClr val="dk1"/>
                        </a:solidFill>
                        <a:latin typeface="Aharoni"/>
                        <a:ea typeface="Aharoni"/>
                        <a:cs typeface="Aharoni"/>
                        <a:sym typeface="Aharoni"/>
                      </a:endParaRPr>
                    </a:p>
                  </a:txBody>
                  <a:tcPr marT="0" marB="0" marR="65225" marL="652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342900" lvl="0" marL="342900" marR="0" rtl="1" algn="r">
                        <a:lnSpc>
                          <a:spcPct val="107000"/>
                        </a:lnSpc>
                        <a:spcBef>
                          <a:spcPts val="0"/>
                        </a:spcBef>
                        <a:spcAft>
                          <a:spcPts val="0"/>
                        </a:spcAft>
                        <a:buClr>
                          <a:schemeClr val="dk1"/>
                        </a:buClr>
                        <a:buSzPts val="1100"/>
                        <a:buFont typeface="Noto Sans Symbols"/>
                        <a:buChar char="∙"/>
                      </a:pPr>
                      <a:r>
                        <a:rPr lang="iw-IL" sz="1100" u="none" cap="none" strike="noStrike">
                          <a:solidFill>
                            <a:schemeClr val="dk1"/>
                          </a:solidFill>
                          <a:latin typeface="Aharoni"/>
                          <a:ea typeface="Aharoni"/>
                          <a:cs typeface="Aharoni"/>
                          <a:sym typeface="Aharoni"/>
                        </a:rPr>
                        <a:t>שימוש בציוד מגן אישי לא תקין, כשל בציוד</a:t>
                      </a:r>
                      <a:endParaRPr/>
                    </a:p>
                    <a:p>
                      <a:pPr indent="-342900" lvl="0" marL="342900" marR="0" rtl="1" algn="r">
                        <a:lnSpc>
                          <a:spcPct val="107000"/>
                        </a:lnSpc>
                        <a:spcBef>
                          <a:spcPts val="0"/>
                        </a:spcBef>
                        <a:spcAft>
                          <a:spcPts val="0"/>
                        </a:spcAft>
                        <a:buClr>
                          <a:schemeClr val="dk1"/>
                        </a:buClr>
                        <a:buSzPts val="1100"/>
                        <a:buFont typeface="Noto Sans Symbols"/>
                        <a:buChar char="∙"/>
                      </a:pPr>
                      <a:r>
                        <a:rPr lang="iw-IL" sz="1100" u="none" cap="none" strike="noStrike">
                          <a:solidFill>
                            <a:schemeClr val="dk1"/>
                          </a:solidFill>
                          <a:latin typeface="Aharoni"/>
                          <a:ea typeface="Aharoni"/>
                          <a:cs typeface="Aharoni"/>
                          <a:sym typeface="Aharoni"/>
                        </a:rPr>
                        <a:t>פיצוץ גלילי גז</a:t>
                      </a:r>
                      <a:endParaRPr/>
                    </a:p>
                    <a:p>
                      <a:pPr indent="-342900" lvl="0" marL="342900" marR="0" rtl="1" algn="r">
                        <a:lnSpc>
                          <a:spcPct val="107000"/>
                        </a:lnSpc>
                        <a:spcBef>
                          <a:spcPts val="0"/>
                        </a:spcBef>
                        <a:spcAft>
                          <a:spcPts val="0"/>
                        </a:spcAft>
                        <a:buClr>
                          <a:schemeClr val="dk1"/>
                        </a:buClr>
                        <a:buSzPts val="1100"/>
                        <a:buFont typeface="Noto Sans Symbols"/>
                        <a:buChar char="∙"/>
                      </a:pPr>
                      <a:r>
                        <a:rPr lang="iw-IL" sz="1100" u="none" cap="none" strike="noStrike">
                          <a:solidFill>
                            <a:schemeClr val="dk1"/>
                          </a:solidFill>
                          <a:latin typeface="Aharoni"/>
                          <a:ea typeface="Aharoni"/>
                          <a:cs typeface="Aharoni"/>
                          <a:sym typeface="Aharoni"/>
                        </a:rPr>
                        <a:t>שריפות עובדים\ציוד\סביבה</a:t>
                      </a:r>
                      <a:endParaRPr sz="1100" u="none" cap="none" strike="noStrike">
                        <a:solidFill>
                          <a:schemeClr val="dk1"/>
                        </a:solidFill>
                        <a:latin typeface="Aharoni"/>
                        <a:ea typeface="Aharoni"/>
                        <a:cs typeface="Aharoni"/>
                        <a:sym typeface="Aharoni"/>
                      </a:endParaRPr>
                    </a:p>
                  </a:txBody>
                  <a:tcPr marT="0" marB="0" marR="65225" marL="652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342900" lvl="0" marL="342900" marR="0" rtl="1" algn="r">
                        <a:lnSpc>
                          <a:spcPct val="107000"/>
                        </a:lnSpc>
                        <a:spcBef>
                          <a:spcPts val="0"/>
                        </a:spcBef>
                        <a:spcAft>
                          <a:spcPts val="0"/>
                        </a:spcAft>
                        <a:buClr>
                          <a:schemeClr val="dk1"/>
                        </a:buClr>
                        <a:buSzPts val="1100"/>
                        <a:buFont typeface="Noto Sans Symbols"/>
                        <a:buChar char="∙"/>
                      </a:pPr>
                      <a:r>
                        <a:rPr b="1" lang="iw-IL" sz="1100" u="none" cap="none" strike="noStrike">
                          <a:solidFill>
                            <a:schemeClr val="dk1"/>
                          </a:solidFill>
                          <a:latin typeface="Aharoni"/>
                          <a:ea typeface="Aharoni"/>
                          <a:cs typeface="Aharoni"/>
                          <a:sym typeface="Aharoni"/>
                        </a:rPr>
                        <a:t>עבודות חמות: לאחר אישור ממנהל עבודה, הגנת תשתיות, ציוד מגן אישי מתאים, צופה אש באזור בזמן ולאחר ביצוע, להרחיק חומרים דליקים/בעירים לפחות 10 מ', להחזיק אמצעי כיבוי מתאימים, להרחיק כבלי חשמל</a:t>
                      </a:r>
                      <a:endParaRPr/>
                    </a:p>
                    <a:p>
                      <a:pPr indent="-342900" lvl="0" marL="342900" marR="0" rtl="1" algn="r">
                        <a:lnSpc>
                          <a:spcPct val="107000"/>
                        </a:lnSpc>
                        <a:spcBef>
                          <a:spcPts val="0"/>
                        </a:spcBef>
                        <a:spcAft>
                          <a:spcPts val="0"/>
                        </a:spcAft>
                        <a:buClr>
                          <a:schemeClr val="dk1"/>
                        </a:buClr>
                        <a:buSzPts val="1100"/>
                        <a:buFont typeface="Noto Sans Symbols"/>
                        <a:buChar char="∙"/>
                      </a:pPr>
                      <a:r>
                        <a:rPr b="1" lang="iw-IL" sz="1100" u="none" cap="none" strike="noStrike">
                          <a:solidFill>
                            <a:schemeClr val="dk1"/>
                          </a:solidFill>
                          <a:latin typeface="Aharoni"/>
                          <a:ea typeface="Aharoni"/>
                          <a:cs typeface="Aharoni"/>
                          <a:sym typeface="Aharoni"/>
                        </a:rPr>
                        <a:t>גלילי גז: טיפול ע"י עובדים בקיאים,שינוע בצורה בטוחה,לקבע בניצב לרצפה, להשתמש במכסים, להרחיק שמנים, להרחיק ממקור חום, צנרת תקינה עם ציוד בטיחותי תקני, תקין ובתוקף</a:t>
                      </a:r>
                      <a:endParaRPr b="1" sz="1100" u="none" cap="none" strike="noStrike">
                        <a:solidFill>
                          <a:schemeClr val="dk1"/>
                        </a:solidFill>
                        <a:latin typeface="Aharoni"/>
                        <a:ea typeface="Aharoni"/>
                        <a:cs typeface="Aharoni"/>
                        <a:sym typeface="Aharoni"/>
                      </a:endParaRPr>
                    </a:p>
                  </a:txBody>
                  <a:tcPr marT="0" marB="0" marR="65225" marL="652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pic>
        <p:nvPicPr>
          <p:cNvPr id="138" name="Google Shape;138;p3"/>
          <p:cNvPicPr preferRelativeResize="0"/>
          <p:nvPr/>
        </p:nvPicPr>
        <p:blipFill rotWithShape="1">
          <a:blip r:embed="rId3">
            <a:alphaModFix/>
          </a:blip>
          <a:srcRect b="0" l="0" r="0" t="0"/>
          <a:stretch/>
        </p:blipFill>
        <p:spPr>
          <a:xfrm>
            <a:off x="358069" y="1640860"/>
            <a:ext cx="866896" cy="714475"/>
          </a:xfrm>
          <a:prstGeom prst="rect">
            <a:avLst/>
          </a:prstGeom>
          <a:noFill/>
          <a:ln>
            <a:noFill/>
          </a:ln>
        </p:spPr>
      </p:pic>
      <p:pic>
        <p:nvPicPr>
          <p:cNvPr id="139" name="Google Shape;139;p3"/>
          <p:cNvPicPr preferRelativeResize="0"/>
          <p:nvPr/>
        </p:nvPicPr>
        <p:blipFill rotWithShape="1">
          <a:blip r:embed="rId4">
            <a:alphaModFix/>
          </a:blip>
          <a:srcRect b="0" l="0" r="0" t="0"/>
          <a:stretch/>
        </p:blipFill>
        <p:spPr>
          <a:xfrm>
            <a:off x="204683" y="5496328"/>
            <a:ext cx="771633" cy="743054"/>
          </a:xfrm>
          <a:prstGeom prst="rect">
            <a:avLst/>
          </a:prstGeom>
          <a:noFill/>
          <a:ln>
            <a:noFill/>
          </a:ln>
        </p:spPr>
      </p:pic>
      <p:cxnSp>
        <p:nvCxnSpPr>
          <p:cNvPr id="140" name="Google Shape;140;p3"/>
          <p:cNvCxnSpPr/>
          <p:nvPr/>
        </p:nvCxnSpPr>
        <p:spPr>
          <a:xfrm>
            <a:off x="-6560" y="8644008"/>
            <a:ext cx="6858000" cy="0"/>
          </a:xfrm>
          <a:prstGeom prst="straightConnector1">
            <a:avLst/>
          </a:prstGeom>
          <a:noFill/>
          <a:ln cap="flat" cmpd="sng" w="38100">
            <a:solidFill>
              <a:schemeClr val="dk1"/>
            </a:solidFill>
            <a:prstDash val="solid"/>
            <a:miter lim="800000"/>
            <a:headEnd len="sm" w="sm" type="none"/>
            <a:tailEnd len="sm" w="sm" type="none"/>
          </a:ln>
        </p:spPr>
      </p:cxnSp>
      <p:pic>
        <p:nvPicPr>
          <p:cNvPr id="141" name="Google Shape;141;p3"/>
          <p:cNvPicPr preferRelativeResize="0"/>
          <p:nvPr/>
        </p:nvPicPr>
        <p:blipFill rotWithShape="1">
          <a:blip r:embed="rId5">
            <a:alphaModFix/>
          </a:blip>
          <a:srcRect b="0" l="0" r="50000" t="0"/>
          <a:stretch/>
        </p:blipFill>
        <p:spPr>
          <a:xfrm>
            <a:off x="204683" y="8734372"/>
            <a:ext cx="866896" cy="752580"/>
          </a:xfrm>
          <a:prstGeom prst="rect">
            <a:avLst/>
          </a:prstGeom>
          <a:noFill/>
          <a:ln>
            <a:noFill/>
          </a:ln>
        </p:spPr>
      </p:pic>
      <p:pic>
        <p:nvPicPr>
          <p:cNvPr id="142" name="Google Shape;142;p3"/>
          <p:cNvPicPr preferRelativeResize="0"/>
          <p:nvPr/>
        </p:nvPicPr>
        <p:blipFill rotWithShape="1">
          <a:blip r:embed="rId5">
            <a:alphaModFix/>
          </a:blip>
          <a:srcRect b="0" l="54399" r="0" t="0"/>
          <a:stretch/>
        </p:blipFill>
        <p:spPr>
          <a:xfrm>
            <a:off x="1206413" y="8734372"/>
            <a:ext cx="790609" cy="752580"/>
          </a:xfrm>
          <a:prstGeom prst="rect">
            <a:avLst/>
          </a:prstGeom>
          <a:noFill/>
          <a:ln>
            <a:noFill/>
          </a:ln>
        </p:spPr>
      </p:pic>
      <p:sp>
        <p:nvSpPr>
          <p:cNvPr id="143" name="Google Shape;143;p3"/>
          <p:cNvSpPr txBox="1"/>
          <p:nvPr/>
        </p:nvSpPr>
        <p:spPr>
          <a:xfrm>
            <a:off x="-13925" y="9441938"/>
            <a:ext cx="2285638" cy="362178"/>
          </a:xfrm>
          <a:prstGeom prst="rect">
            <a:avLst/>
          </a:prstGeom>
          <a:noFill/>
          <a:ln>
            <a:noFill/>
          </a:ln>
        </p:spPr>
        <p:txBody>
          <a:bodyPr anchorCtr="0" anchor="t" bIns="45700" lIns="91425" spcFirstLastPara="1" rIns="91425" wrap="square" tIns="45700">
            <a:normAutofit/>
          </a:bodyPr>
          <a:lstStyle/>
          <a:p>
            <a:pPr indent="0" lvl="0" marL="0" marR="0" rtl="1" algn="ctr">
              <a:lnSpc>
                <a:spcPct val="90000"/>
              </a:lnSpc>
              <a:spcBef>
                <a:spcPts val="0"/>
              </a:spcBef>
              <a:spcAft>
                <a:spcPts val="0"/>
              </a:spcAft>
              <a:buClr>
                <a:srgbClr val="FF0000"/>
              </a:buClr>
              <a:buSzPts val="1200"/>
              <a:buFont typeface="Arial"/>
              <a:buNone/>
            </a:pPr>
            <a:r>
              <a:rPr b="1" i="0" lang="iw-IL" sz="1200" u="none" cap="none" strike="noStrike">
                <a:solidFill>
                  <a:srgbClr val="FF0000"/>
                </a:solidFill>
                <a:latin typeface="Aharoni"/>
                <a:ea typeface="Aharoni"/>
                <a:cs typeface="Aharoni"/>
                <a:sym typeface="Aharoni"/>
              </a:rPr>
              <a:t>סכנה! אסור לעמוד  </a:t>
            </a:r>
            <a:r>
              <a:rPr b="1" i="0" lang="iw-IL" sz="1200" u="none" cap="none" strike="noStrike">
                <a:solidFill>
                  <a:schemeClr val="dk1"/>
                </a:solidFill>
                <a:latin typeface="Aharoni"/>
                <a:ea typeface="Aharoni"/>
                <a:cs typeface="Aharoni"/>
                <a:sym typeface="Aharoni"/>
              </a:rPr>
              <a:t>מתחת למטען מורם</a:t>
            </a:r>
            <a:endParaRPr/>
          </a:p>
        </p:txBody>
      </p:sp>
      <p:sp>
        <p:nvSpPr>
          <p:cNvPr id="144" name="Google Shape;144;p3"/>
          <p:cNvSpPr txBox="1"/>
          <p:nvPr/>
        </p:nvSpPr>
        <p:spPr>
          <a:xfrm>
            <a:off x="0" y="8754247"/>
            <a:ext cx="6870233" cy="559001"/>
          </a:xfrm>
          <a:prstGeom prst="rect">
            <a:avLst/>
          </a:prstGeom>
          <a:noFill/>
          <a:ln>
            <a:noFill/>
          </a:ln>
        </p:spPr>
        <p:txBody>
          <a:bodyPr anchorCtr="0" anchor="t" bIns="45700" lIns="91425" spcFirstLastPara="1" rIns="91425" wrap="square" tIns="45700">
            <a:normAutofit/>
          </a:bodyPr>
          <a:lstStyle/>
          <a:p>
            <a:pPr indent="0" lvl="0" marL="0" marR="0" rtl="1" algn="r">
              <a:lnSpc>
                <a:spcPct val="90000"/>
              </a:lnSpc>
              <a:spcBef>
                <a:spcPts val="0"/>
              </a:spcBef>
              <a:spcAft>
                <a:spcPts val="0"/>
              </a:spcAft>
              <a:buClr>
                <a:schemeClr val="dk1"/>
              </a:buClr>
              <a:buSzPts val="2800"/>
              <a:buFont typeface="Arial"/>
              <a:buNone/>
            </a:pPr>
            <a:r>
              <a:rPr b="1" i="0" lang="iw-IL" sz="2800" u="sng" cap="none" strike="noStrike">
                <a:solidFill>
                  <a:schemeClr val="dk1"/>
                </a:solidFill>
                <a:latin typeface="Aharoni"/>
                <a:ea typeface="Aharoni"/>
                <a:cs typeface="Aharoni"/>
                <a:sym typeface="Aharoni"/>
              </a:rPr>
              <a:t>עבודות הנפה</a:t>
            </a:r>
            <a:endParaRPr/>
          </a:p>
        </p:txBody>
      </p:sp>
      <p:graphicFrame>
        <p:nvGraphicFramePr>
          <p:cNvPr id="145" name="Google Shape;145;p3"/>
          <p:cNvGraphicFramePr/>
          <p:nvPr/>
        </p:nvGraphicFramePr>
        <p:xfrm>
          <a:off x="153914" y="9736925"/>
          <a:ext cx="3000000" cy="3000000"/>
        </p:xfrm>
        <a:graphic>
          <a:graphicData uri="http://schemas.openxmlformats.org/drawingml/2006/table">
            <a:tbl>
              <a:tblPr bandRow="1" firstCol="1" firstRow="1">
                <a:noFill/>
                <a:tableStyleId>{FB6D6766-C3E4-4BB9-BE31-83216EC31A9B}</a:tableStyleId>
              </a:tblPr>
              <a:tblGrid>
                <a:gridCol w="1690500"/>
                <a:gridCol w="1932000"/>
                <a:gridCol w="2948975"/>
              </a:tblGrid>
              <a:tr h="148175">
                <a:tc>
                  <a:txBody>
                    <a:bodyPr/>
                    <a:lstStyle/>
                    <a:p>
                      <a:pPr indent="0" lvl="0" marL="0" marR="0" rtl="1" algn="ctr">
                        <a:lnSpc>
                          <a:spcPct val="107000"/>
                        </a:lnSpc>
                        <a:spcBef>
                          <a:spcPts val="0"/>
                        </a:spcBef>
                        <a:spcAft>
                          <a:spcPts val="0"/>
                        </a:spcAft>
                        <a:buNone/>
                      </a:pPr>
                      <a:r>
                        <a:rPr lang="iw-IL" sz="1100" u="none" cap="none" strike="noStrike">
                          <a:latin typeface="Aharoni"/>
                          <a:ea typeface="Aharoni"/>
                          <a:cs typeface="Aharoni"/>
                          <a:sym typeface="Aharoni"/>
                        </a:rPr>
                        <a:t>השפעה שלילית</a:t>
                      </a:r>
                      <a:endParaRPr sz="1100" u="none" cap="none" strike="noStrike">
                        <a:solidFill>
                          <a:schemeClr val="dk1"/>
                        </a:solidFill>
                        <a:latin typeface="Aharoni"/>
                        <a:ea typeface="Aharoni"/>
                        <a:cs typeface="Aharoni"/>
                        <a:sym typeface="Aharoni"/>
                      </a:endParaRPr>
                    </a:p>
                  </a:txBody>
                  <a:tcPr marT="0" marB="0" marR="65225" marL="652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1" algn="ctr">
                        <a:lnSpc>
                          <a:spcPct val="107000"/>
                        </a:lnSpc>
                        <a:spcBef>
                          <a:spcPts val="0"/>
                        </a:spcBef>
                        <a:spcAft>
                          <a:spcPts val="0"/>
                        </a:spcAft>
                        <a:buNone/>
                      </a:pPr>
                      <a:r>
                        <a:rPr lang="iw-IL" sz="1100" u="none" cap="none" strike="noStrike">
                          <a:latin typeface="Aharoni"/>
                          <a:ea typeface="Aharoni"/>
                          <a:cs typeface="Aharoni"/>
                          <a:sym typeface="Aharoni"/>
                        </a:rPr>
                        <a:t>כשל\תרחיש שלילי</a:t>
                      </a:r>
                      <a:endParaRPr sz="1100" u="none" cap="none" strike="noStrike">
                        <a:solidFill>
                          <a:schemeClr val="dk1"/>
                        </a:solidFill>
                        <a:latin typeface="Aharoni"/>
                        <a:ea typeface="Aharoni"/>
                        <a:cs typeface="Aharoni"/>
                        <a:sym typeface="Aharoni"/>
                      </a:endParaRPr>
                    </a:p>
                  </a:txBody>
                  <a:tcPr marT="0" marB="0" marR="65225" marL="652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1" algn="ctr">
                        <a:lnSpc>
                          <a:spcPct val="107000"/>
                        </a:lnSpc>
                        <a:spcBef>
                          <a:spcPts val="0"/>
                        </a:spcBef>
                        <a:spcAft>
                          <a:spcPts val="0"/>
                        </a:spcAft>
                        <a:buNone/>
                      </a:pPr>
                      <a:r>
                        <a:rPr lang="iw-IL" sz="1100" u="none" cap="none" strike="noStrike">
                          <a:latin typeface="Aharoni"/>
                          <a:ea typeface="Aharoni"/>
                          <a:cs typeface="Aharoni"/>
                          <a:sym typeface="Aharoni"/>
                        </a:rPr>
                        <a:t>סילוק\מיזעור הסיכון\דרכי מנע</a:t>
                      </a:r>
                      <a:endParaRPr sz="1100" u="none" cap="none" strike="noStrike">
                        <a:solidFill>
                          <a:schemeClr val="dk1"/>
                        </a:solidFill>
                        <a:latin typeface="Aharoni"/>
                        <a:ea typeface="Aharoni"/>
                        <a:cs typeface="Aharoni"/>
                        <a:sym typeface="Aharoni"/>
                      </a:endParaRPr>
                    </a:p>
                  </a:txBody>
                  <a:tcPr marT="0" marB="0" marR="65225" marL="652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233600">
                <a:tc>
                  <a:txBody>
                    <a:bodyPr/>
                    <a:lstStyle/>
                    <a:p>
                      <a:pPr indent="-342900" lvl="0" marL="342900" marR="0" rtl="1" algn="r">
                        <a:lnSpc>
                          <a:spcPct val="107000"/>
                        </a:lnSpc>
                        <a:spcBef>
                          <a:spcPts val="0"/>
                        </a:spcBef>
                        <a:spcAft>
                          <a:spcPts val="0"/>
                        </a:spcAft>
                        <a:buClr>
                          <a:schemeClr val="dk1"/>
                        </a:buClr>
                        <a:buSzPts val="1100"/>
                        <a:buFont typeface="Noto Sans Symbols"/>
                        <a:buChar char="∙"/>
                      </a:pPr>
                      <a:r>
                        <a:rPr b="0" lang="iw-IL" sz="1100" u="none" cap="none" strike="noStrike">
                          <a:solidFill>
                            <a:schemeClr val="dk1"/>
                          </a:solidFill>
                          <a:latin typeface="Aharoni"/>
                          <a:ea typeface="Aharoni"/>
                          <a:cs typeface="Aharoni"/>
                          <a:sym typeface="Aharoni"/>
                        </a:rPr>
                        <a:t>פגיעות גוף</a:t>
                      </a:r>
                      <a:endParaRPr/>
                    </a:p>
                    <a:p>
                      <a:pPr indent="-342900" lvl="0" marL="342900" marR="0" rtl="1" algn="r">
                        <a:lnSpc>
                          <a:spcPct val="107000"/>
                        </a:lnSpc>
                        <a:spcBef>
                          <a:spcPts val="0"/>
                        </a:spcBef>
                        <a:spcAft>
                          <a:spcPts val="0"/>
                        </a:spcAft>
                        <a:buClr>
                          <a:schemeClr val="dk1"/>
                        </a:buClr>
                        <a:buSzPts val="1100"/>
                        <a:buFont typeface="Noto Sans Symbols"/>
                        <a:buChar char="∙"/>
                      </a:pPr>
                      <a:r>
                        <a:rPr b="0" lang="iw-IL" sz="1100" u="none" cap="none" strike="noStrike">
                          <a:solidFill>
                            <a:schemeClr val="dk1"/>
                          </a:solidFill>
                          <a:latin typeface="Aharoni"/>
                          <a:ea typeface="Aharoni"/>
                          <a:cs typeface="Aharoni"/>
                          <a:sym typeface="Aharoni"/>
                        </a:rPr>
                        <a:t>פגיעות גפיים</a:t>
                      </a:r>
                      <a:endParaRPr/>
                    </a:p>
                    <a:p>
                      <a:pPr indent="-342900" lvl="0" marL="342900" marR="0" rtl="1" algn="r">
                        <a:lnSpc>
                          <a:spcPct val="107000"/>
                        </a:lnSpc>
                        <a:spcBef>
                          <a:spcPts val="0"/>
                        </a:spcBef>
                        <a:spcAft>
                          <a:spcPts val="0"/>
                        </a:spcAft>
                        <a:buClr>
                          <a:schemeClr val="dk1"/>
                        </a:buClr>
                        <a:buSzPts val="1100"/>
                        <a:buFont typeface="Noto Sans Symbols"/>
                        <a:buChar char="∙"/>
                      </a:pPr>
                      <a:r>
                        <a:rPr b="0" lang="iw-IL" sz="1100" u="none" cap="none" strike="noStrike">
                          <a:solidFill>
                            <a:schemeClr val="dk1"/>
                          </a:solidFill>
                          <a:latin typeface="Aharoni"/>
                          <a:ea typeface="Aharoni"/>
                          <a:cs typeface="Aharoni"/>
                          <a:sym typeface="Aharoni"/>
                        </a:rPr>
                        <a:t>המחצויות</a:t>
                      </a:r>
                      <a:endParaRPr b="0" sz="1100" u="none" cap="none" strike="noStrike">
                        <a:solidFill>
                          <a:schemeClr val="dk1"/>
                        </a:solidFill>
                        <a:latin typeface="Aharoni"/>
                        <a:ea typeface="Aharoni"/>
                        <a:cs typeface="Aharoni"/>
                        <a:sym typeface="Aharoni"/>
                      </a:endParaRPr>
                    </a:p>
                    <a:p>
                      <a:pPr indent="-342900" lvl="0" marL="342900" marR="0" rtl="1" algn="r">
                        <a:lnSpc>
                          <a:spcPct val="107000"/>
                        </a:lnSpc>
                        <a:spcBef>
                          <a:spcPts val="0"/>
                        </a:spcBef>
                        <a:spcAft>
                          <a:spcPts val="0"/>
                        </a:spcAft>
                        <a:buClr>
                          <a:schemeClr val="dk1"/>
                        </a:buClr>
                        <a:buSzPts val="1100"/>
                        <a:buFont typeface="Noto Sans Symbols"/>
                        <a:buChar char="∙"/>
                      </a:pPr>
                      <a:r>
                        <a:rPr b="0" lang="iw-IL" sz="1100" u="none" cap="none" strike="noStrike">
                          <a:solidFill>
                            <a:schemeClr val="dk1"/>
                          </a:solidFill>
                          <a:latin typeface="Aharoni"/>
                          <a:ea typeface="Aharoni"/>
                          <a:cs typeface="Aharoni"/>
                          <a:sym typeface="Aharoni"/>
                        </a:rPr>
                        <a:t>פגיעות ראש</a:t>
                      </a:r>
                      <a:endParaRPr b="0" sz="1100" u="none" cap="none" strike="noStrike">
                        <a:solidFill>
                          <a:schemeClr val="dk1"/>
                        </a:solidFill>
                        <a:latin typeface="Aharoni"/>
                        <a:ea typeface="Aharoni"/>
                        <a:cs typeface="Aharoni"/>
                        <a:sym typeface="Aharoni"/>
                      </a:endParaRPr>
                    </a:p>
                  </a:txBody>
                  <a:tcPr marT="0" marB="0" marR="65225" marL="652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342900" lvl="0" marL="342900" marR="0" rtl="1" algn="r">
                        <a:lnSpc>
                          <a:spcPct val="107000"/>
                        </a:lnSpc>
                        <a:spcBef>
                          <a:spcPts val="0"/>
                        </a:spcBef>
                        <a:spcAft>
                          <a:spcPts val="0"/>
                        </a:spcAft>
                        <a:buClr>
                          <a:schemeClr val="dk1"/>
                        </a:buClr>
                        <a:buSzPts val="1100"/>
                        <a:buFont typeface="Noto Sans Symbols"/>
                        <a:buChar char="∙"/>
                      </a:pPr>
                      <a:r>
                        <a:rPr lang="iw-IL" sz="1100" u="none" cap="none" strike="noStrike">
                          <a:solidFill>
                            <a:schemeClr val="dk1"/>
                          </a:solidFill>
                          <a:latin typeface="Aharoni"/>
                          <a:ea typeface="Aharoni"/>
                          <a:cs typeface="Aharoni"/>
                          <a:sym typeface="Aharoni"/>
                        </a:rPr>
                        <a:t>כשל במתקן\אביזרי הרמה</a:t>
                      </a:r>
                      <a:endParaRPr/>
                    </a:p>
                    <a:p>
                      <a:pPr indent="-342900" lvl="0" marL="342900" marR="0" rtl="1" algn="r">
                        <a:lnSpc>
                          <a:spcPct val="107000"/>
                        </a:lnSpc>
                        <a:spcBef>
                          <a:spcPts val="0"/>
                        </a:spcBef>
                        <a:spcAft>
                          <a:spcPts val="0"/>
                        </a:spcAft>
                        <a:buClr>
                          <a:schemeClr val="dk1"/>
                        </a:buClr>
                        <a:buSzPts val="1100"/>
                        <a:buFont typeface="Noto Sans Symbols"/>
                        <a:buChar char="∙"/>
                      </a:pPr>
                      <a:r>
                        <a:rPr lang="iw-IL" sz="1100" u="none" cap="none" strike="noStrike">
                          <a:solidFill>
                            <a:schemeClr val="dk1"/>
                          </a:solidFill>
                          <a:latin typeface="Aharoni"/>
                          <a:ea typeface="Aharoni"/>
                          <a:cs typeface="Aharoni"/>
                          <a:sym typeface="Aharoni"/>
                        </a:rPr>
                        <a:t>פגיעות עובדים ממטענים מורמים</a:t>
                      </a:r>
                      <a:endParaRPr/>
                    </a:p>
                    <a:p>
                      <a:pPr indent="-342900" lvl="0" marL="342900" marR="0" rtl="1" algn="r">
                        <a:lnSpc>
                          <a:spcPct val="107000"/>
                        </a:lnSpc>
                        <a:spcBef>
                          <a:spcPts val="0"/>
                        </a:spcBef>
                        <a:spcAft>
                          <a:spcPts val="0"/>
                        </a:spcAft>
                        <a:buClr>
                          <a:schemeClr val="dk1"/>
                        </a:buClr>
                        <a:buSzPts val="1100"/>
                        <a:buFont typeface="Noto Sans Symbols"/>
                        <a:buChar char="∙"/>
                      </a:pPr>
                      <a:r>
                        <a:rPr lang="iw-IL" sz="1100" u="none" cap="none" strike="noStrike">
                          <a:solidFill>
                            <a:schemeClr val="dk1"/>
                          </a:solidFill>
                          <a:latin typeface="Aharoni"/>
                          <a:ea typeface="Aharoni"/>
                          <a:cs typeface="Aharoni"/>
                          <a:sym typeface="Aharoni"/>
                        </a:rPr>
                        <a:t>נפילת חלקי מטענים</a:t>
                      </a:r>
                      <a:endParaRPr sz="1100" u="none" cap="none" strike="noStrike">
                        <a:solidFill>
                          <a:schemeClr val="dk1"/>
                        </a:solidFill>
                        <a:latin typeface="Aharoni"/>
                        <a:ea typeface="Aharoni"/>
                        <a:cs typeface="Aharoni"/>
                        <a:sym typeface="Aharoni"/>
                      </a:endParaRPr>
                    </a:p>
                  </a:txBody>
                  <a:tcPr marT="0" marB="0" marR="65225" marL="652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342900" lvl="0" marL="342900" marR="0" rtl="1" algn="r">
                        <a:lnSpc>
                          <a:spcPct val="107000"/>
                        </a:lnSpc>
                        <a:spcBef>
                          <a:spcPts val="0"/>
                        </a:spcBef>
                        <a:spcAft>
                          <a:spcPts val="0"/>
                        </a:spcAft>
                        <a:buClr>
                          <a:schemeClr val="dk1"/>
                        </a:buClr>
                        <a:buSzPts val="1100"/>
                        <a:buFont typeface="Noto Sans Symbols"/>
                        <a:buChar char="∙"/>
                      </a:pPr>
                      <a:r>
                        <a:rPr b="1" lang="iw-IL" sz="1100" u="none" cap="none" strike="noStrike">
                          <a:solidFill>
                            <a:schemeClr val="dk1"/>
                          </a:solidFill>
                          <a:latin typeface="Aharoni"/>
                          <a:ea typeface="Aharoni"/>
                          <a:cs typeface="Aharoni"/>
                          <a:sym typeface="Aharoni"/>
                        </a:rPr>
                        <a:t>מתקן הרמה ואבזרי הרמה: יבדקו ע"י בודק מוסמך ולפני שימוש,יופעלו ע"י מפעילים מורשים ומנוסים</a:t>
                      </a:r>
                      <a:endParaRPr/>
                    </a:p>
                    <a:p>
                      <a:pPr indent="-342900" lvl="0" marL="342900" marR="0" rtl="1" algn="r">
                        <a:lnSpc>
                          <a:spcPct val="107000"/>
                        </a:lnSpc>
                        <a:spcBef>
                          <a:spcPts val="0"/>
                        </a:spcBef>
                        <a:spcAft>
                          <a:spcPts val="0"/>
                        </a:spcAft>
                        <a:buClr>
                          <a:schemeClr val="dk1"/>
                        </a:buClr>
                        <a:buSzPts val="1100"/>
                        <a:buFont typeface="Noto Sans Symbols"/>
                        <a:buChar char="∙"/>
                      </a:pPr>
                      <a:r>
                        <a:rPr b="1" lang="iw-IL" sz="1100" u="none" cap="none" strike="noStrike">
                          <a:solidFill>
                            <a:schemeClr val="dk1"/>
                          </a:solidFill>
                          <a:latin typeface="Aharoni"/>
                          <a:ea typeface="Aharoni"/>
                          <a:cs typeface="Aharoni"/>
                          <a:sym typeface="Aharoni"/>
                        </a:rPr>
                        <a:t>עבודות הנפה: באישור מנהל העבודה, גידור אזור ההנפה, קשירה והכוונה ע"י אתתים, אין לעבוד מתחת למטען מורם, טיפול במטען מטר מגובה הרצפה</a:t>
                      </a:r>
                      <a:endParaRPr/>
                    </a:p>
                    <a:p>
                      <a:pPr indent="-342900" lvl="0" marL="342900" marR="0" rtl="1" algn="r">
                        <a:lnSpc>
                          <a:spcPct val="107000"/>
                        </a:lnSpc>
                        <a:spcBef>
                          <a:spcPts val="0"/>
                        </a:spcBef>
                        <a:spcAft>
                          <a:spcPts val="0"/>
                        </a:spcAft>
                        <a:buClr>
                          <a:schemeClr val="dk1"/>
                        </a:buClr>
                        <a:buSzPts val="1100"/>
                        <a:buFont typeface="Noto Sans Symbols"/>
                        <a:buChar char="∙"/>
                      </a:pPr>
                      <a:r>
                        <a:rPr b="1" lang="iw-IL" sz="1100" u="none" cap="none" strike="noStrike">
                          <a:solidFill>
                            <a:schemeClr val="dk1"/>
                          </a:solidFill>
                          <a:latin typeface="Aharoni"/>
                          <a:ea typeface="Aharoni"/>
                          <a:cs typeface="Aharoni"/>
                          <a:sym typeface="Aharoni"/>
                        </a:rPr>
                        <a:t>למניעת נפילת חלקים: הנפה בכלים ייעודים, קשירת וחביקת מטענים, עבודה בזהירות ובצורה אנכית</a:t>
                      </a:r>
                      <a:endParaRPr/>
                    </a:p>
                    <a:p>
                      <a:pPr indent="-273050" lvl="0" marL="342900" marR="0" rtl="1" algn="r">
                        <a:lnSpc>
                          <a:spcPct val="107000"/>
                        </a:lnSpc>
                        <a:spcBef>
                          <a:spcPts val="0"/>
                        </a:spcBef>
                        <a:spcAft>
                          <a:spcPts val="0"/>
                        </a:spcAft>
                        <a:buClr>
                          <a:schemeClr val="dk1"/>
                        </a:buClr>
                        <a:buSzPts val="1100"/>
                        <a:buFont typeface="Noto Sans Symbols"/>
                        <a:buNone/>
                      </a:pPr>
                      <a:r>
                        <a:t/>
                      </a:r>
                      <a:endParaRPr b="1" sz="1100" u="none" cap="none" strike="noStrike">
                        <a:solidFill>
                          <a:schemeClr val="dk1"/>
                        </a:solidFill>
                        <a:latin typeface="Aharoni"/>
                        <a:ea typeface="Aharoni"/>
                        <a:cs typeface="Aharoni"/>
                        <a:sym typeface="Aharoni"/>
                      </a:endParaRPr>
                    </a:p>
                  </a:txBody>
                  <a:tcPr marT="0" marB="0" marR="65225" marL="652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146" name="Google Shape;146;p3"/>
          <p:cNvSpPr txBox="1"/>
          <p:nvPr>
            <p:ph idx="11" type="ftr"/>
          </p:nvPr>
        </p:nvSpPr>
        <p:spPr>
          <a:xfrm>
            <a:off x="2271713" y="11300181"/>
            <a:ext cx="2314575" cy="649111"/>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iw-IL"/>
              <a:t>הוראות בטיחות לעובד</a:t>
            </a:r>
            <a:endParaRPr/>
          </a:p>
        </p:txBody>
      </p:sp>
      <p:sp>
        <p:nvSpPr>
          <p:cNvPr id="147" name="Google Shape;147;p3"/>
          <p:cNvSpPr txBox="1"/>
          <p:nvPr>
            <p:ph idx="12" type="sldNum"/>
          </p:nvPr>
        </p:nvSpPr>
        <p:spPr>
          <a:xfrm>
            <a:off x="4843463" y="11300181"/>
            <a:ext cx="1543050" cy="649111"/>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iw-IL"/>
              <a:t>‹#›</a:t>
            </a:fld>
            <a:endParaRPr/>
          </a:p>
        </p:txBody>
      </p:sp>
      <p:pic>
        <p:nvPicPr>
          <p:cNvPr id="148" name="Google Shape;148;p3"/>
          <p:cNvPicPr preferRelativeResize="0"/>
          <p:nvPr/>
        </p:nvPicPr>
        <p:blipFill rotWithShape="1">
          <a:blip r:embed="rId6">
            <a:alphaModFix/>
          </a:blip>
          <a:srcRect b="0" l="0" r="0" t="0"/>
          <a:stretch/>
        </p:blipFill>
        <p:spPr>
          <a:xfrm>
            <a:off x="49097" y="0"/>
            <a:ext cx="1157316" cy="112860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4"/>
          <p:cNvSpPr txBox="1"/>
          <p:nvPr>
            <p:ph type="title"/>
          </p:nvPr>
        </p:nvSpPr>
        <p:spPr>
          <a:xfrm>
            <a:off x="0" y="1035757"/>
            <a:ext cx="6858000" cy="417686"/>
          </a:xfrm>
          <a:prstGeom prst="rect">
            <a:avLst/>
          </a:prstGeom>
          <a:noFill/>
          <a:ln>
            <a:noFill/>
          </a:ln>
        </p:spPr>
        <p:txBody>
          <a:bodyPr anchorCtr="0" anchor="ctr" bIns="45700" lIns="91425" spcFirstLastPara="1" rIns="91425" wrap="square" tIns="45700">
            <a:normAutofit fontScale="90000"/>
          </a:bodyPr>
          <a:lstStyle/>
          <a:p>
            <a:pPr indent="0" lvl="0" marL="0" rtl="1" algn="ctr">
              <a:lnSpc>
                <a:spcPct val="90000"/>
              </a:lnSpc>
              <a:spcBef>
                <a:spcPts val="0"/>
              </a:spcBef>
              <a:spcAft>
                <a:spcPts val="0"/>
              </a:spcAft>
              <a:buClr>
                <a:schemeClr val="dk1"/>
              </a:buClr>
              <a:buSzPct val="100000"/>
              <a:buFont typeface="Aharoni"/>
              <a:buNone/>
            </a:pPr>
            <a:r>
              <a:rPr b="1" lang="iw-IL" sz="2400" u="sng">
                <a:latin typeface="Aharoni"/>
                <a:ea typeface="Aharoni"/>
                <a:cs typeface="Aharoni"/>
                <a:sym typeface="Aharoni"/>
              </a:rPr>
              <a:t>תמצית הדרכת בטיחות והוראות בטיחות לעבוד באתר בניה </a:t>
            </a:r>
            <a:endParaRPr/>
          </a:p>
        </p:txBody>
      </p:sp>
      <p:sp>
        <p:nvSpPr>
          <p:cNvPr id="154" name="Google Shape;154;p4"/>
          <p:cNvSpPr txBox="1"/>
          <p:nvPr>
            <p:ph idx="1" type="body"/>
          </p:nvPr>
        </p:nvSpPr>
        <p:spPr>
          <a:xfrm>
            <a:off x="10643" y="1480879"/>
            <a:ext cx="6836710" cy="559948"/>
          </a:xfrm>
          <a:prstGeom prst="rect">
            <a:avLst/>
          </a:prstGeom>
          <a:noFill/>
          <a:ln>
            <a:noFill/>
          </a:ln>
        </p:spPr>
        <p:txBody>
          <a:bodyPr anchorCtr="0" anchor="t" bIns="45700" lIns="91425" spcFirstLastPara="1" rIns="91425" wrap="square" tIns="45700">
            <a:normAutofit/>
          </a:bodyPr>
          <a:lstStyle/>
          <a:p>
            <a:pPr indent="0" lvl="0" marL="0" rtl="1" algn="r">
              <a:lnSpc>
                <a:spcPct val="90000"/>
              </a:lnSpc>
              <a:spcBef>
                <a:spcPts val="0"/>
              </a:spcBef>
              <a:spcAft>
                <a:spcPts val="0"/>
              </a:spcAft>
              <a:buClr>
                <a:schemeClr val="dk1"/>
              </a:buClr>
              <a:buSzPts val="2800"/>
              <a:buNone/>
            </a:pPr>
            <a:r>
              <a:rPr b="1" lang="iw-IL" sz="2800" u="sng">
                <a:latin typeface="Aharoni"/>
                <a:ea typeface="Aharoni"/>
                <a:cs typeface="Aharoni"/>
                <a:sym typeface="Aharoni"/>
              </a:rPr>
              <a:t>חומרים מסוכנים</a:t>
            </a:r>
            <a:endParaRPr/>
          </a:p>
        </p:txBody>
      </p:sp>
      <p:graphicFrame>
        <p:nvGraphicFramePr>
          <p:cNvPr id="155" name="Google Shape;155;p4"/>
          <p:cNvGraphicFramePr/>
          <p:nvPr/>
        </p:nvGraphicFramePr>
        <p:xfrm>
          <a:off x="165200" y="2743171"/>
          <a:ext cx="3000000" cy="3000000"/>
        </p:xfrm>
        <a:graphic>
          <a:graphicData uri="http://schemas.openxmlformats.org/drawingml/2006/table">
            <a:tbl>
              <a:tblPr bandRow="1" firstCol="1" firstRow="1">
                <a:noFill/>
                <a:tableStyleId>{FB6D6766-C3E4-4BB9-BE31-83216EC31A9B}</a:tableStyleId>
              </a:tblPr>
              <a:tblGrid>
                <a:gridCol w="1690500"/>
                <a:gridCol w="1932000"/>
                <a:gridCol w="2948975"/>
              </a:tblGrid>
              <a:tr h="148175">
                <a:tc>
                  <a:txBody>
                    <a:bodyPr/>
                    <a:lstStyle/>
                    <a:p>
                      <a:pPr indent="0" lvl="0" marL="0" marR="0" rtl="1" algn="ctr">
                        <a:lnSpc>
                          <a:spcPct val="107000"/>
                        </a:lnSpc>
                        <a:spcBef>
                          <a:spcPts val="0"/>
                        </a:spcBef>
                        <a:spcAft>
                          <a:spcPts val="0"/>
                        </a:spcAft>
                        <a:buNone/>
                      </a:pPr>
                      <a:r>
                        <a:rPr lang="iw-IL" sz="1100" u="none" cap="none" strike="noStrike">
                          <a:latin typeface="Aharoni"/>
                          <a:ea typeface="Aharoni"/>
                          <a:cs typeface="Aharoni"/>
                          <a:sym typeface="Aharoni"/>
                        </a:rPr>
                        <a:t>השפעה שלילית</a:t>
                      </a:r>
                      <a:endParaRPr sz="1100" u="none" cap="none" strike="noStrike">
                        <a:solidFill>
                          <a:schemeClr val="dk1"/>
                        </a:solidFill>
                        <a:latin typeface="Aharoni"/>
                        <a:ea typeface="Aharoni"/>
                        <a:cs typeface="Aharoni"/>
                        <a:sym typeface="Aharoni"/>
                      </a:endParaRPr>
                    </a:p>
                  </a:txBody>
                  <a:tcPr marT="0" marB="0" marR="65225" marL="652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1" algn="ctr">
                        <a:lnSpc>
                          <a:spcPct val="107000"/>
                        </a:lnSpc>
                        <a:spcBef>
                          <a:spcPts val="0"/>
                        </a:spcBef>
                        <a:spcAft>
                          <a:spcPts val="0"/>
                        </a:spcAft>
                        <a:buNone/>
                      </a:pPr>
                      <a:r>
                        <a:rPr lang="iw-IL" sz="1100" u="none" cap="none" strike="noStrike">
                          <a:latin typeface="Aharoni"/>
                          <a:ea typeface="Aharoni"/>
                          <a:cs typeface="Aharoni"/>
                          <a:sym typeface="Aharoni"/>
                        </a:rPr>
                        <a:t>כשל\תרחיש שלילי</a:t>
                      </a:r>
                      <a:endParaRPr sz="1100" u="none" cap="none" strike="noStrike">
                        <a:solidFill>
                          <a:schemeClr val="dk1"/>
                        </a:solidFill>
                        <a:latin typeface="Aharoni"/>
                        <a:ea typeface="Aharoni"/>
                        <a:cs typeface="Aharoni"/>
                        <a:sym typeface="Aharoni"/>
                      </a:endParaRPr>
                    </a:p>
                  </a:txBody>
                  <a:tcPr marT="0" marB="0" marR="65225" marL="652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1" algn="ctr">
                        <a:lnSpc>
                          <a:spcPct val="107000"/>
                        </a:lnSpc>
                        <a:spcBef>
                          <a:spcPts val="0"/>
                        </a:spcBef>
                        <a:spcAft>
                          <a:spcPts val="0"/>
                        </a:spcAft>
                        <a:buNone/>
                      </a:pPr>
                      <a:r>
                        <a:rPr lang="iw-IL" sz="1100" u="none" cap="none" strike="noStrike">
                          <a:latin typeface="Aharoni"/>
                          <a:ea typeface="Aharoni"/>
                          <a:cs typeface="Aharoni"/>
                          <a:sym typeface="Aharoni"/>
                        </a:rPr>
                        <a:t>סילוק\מיזעור הסיכון\דרכי מנע</a:t>
                      </a:r>
                      <a:endParaRPr sz="1100" u="none" cap="none" strike="noStrike">
                        <a:solidFill>
                          <a:schemeClr val="dk1"/>
                        </a:solidFill>
                        <a:latin typeface="Aharoni"/>
                        <a:ea typeface="Aharoni"/>
                        <a:cs typeface="Aharoni"/>
                        <a:sym typeface="Aharoni"/>
                      </a:endParaRPr>
                    </a:p>
                  </a:txBody>
                  <a:tcPr marT="0" marB="0" marR="65225" marL="652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064050">
                <a:tc>
                  <a:txBody>
                    <a:bodyPr/>
                    <a:lstStyle/>
                    <a:p>
                      <a:pPr indent="-342900" lvl="0" marL="342900" marR="0" rtl="1" algn="r">
                        <a:lnSpc>
                          <a:spcPct val="107000"/>
                        </a:lnSpc>
                        <a:spcBef>
                          <a:spcPts val="0"/>
                        </a:spcBef>
                        <a:spcAft>
                          <a:spcPts val="0"/>
                        </a:spcAft>
                        <a:buClr>
                          <a:schemeClr val="dk1"/>
                        </a:buClr>
                        <a:buSzPts val="1100"/>
                        <a:buFont typeface="Noto Sans Symbols"/>
                        <a:buChar char="∙"/>
                      </a:pPr>
                      <a:r>
                        <a:rPr lang="iw-IL" sz="1100" u="none" cap="none" strike="noStrike">
                          <a:latin typeface="Aharoni"/>
                          <a:ea typeface="Aharoni"/>
                          <a:cs typeface="Aharoni"/>
                          <a:sym typeface="Aharoni"/>
                        </a:rPr>
                        <a:t>חנק\סחרחורות</a:t>
                      </a:r>
                      <a:endParaRPr/>
                    </a:p>
                    <a:p>
                      <a:pPr indent="-342900" lvl="0" marL="342900" marR="0" rtl="1" algn="r">
                        <a:lnSpc>
                          <a:spcPct val="107000"/>
                        </a:lnSpc>
                        <a:spcBef>
                          <a:spcPts val="0"/>
                        </a:spcBef>
                        <a:spcAft>
                          <a:spcPts val="0"/>
                        </a:spcAft>
                        <a:buClr>
                          <a:schemeClr val="dk1"/>
                        </a:buClr>
                        <a:buSzPts val="1100"/>
                        <a:buFont typeface="Noto Sans Symbols"/>
                        <a:buChar char="∙"/>
                      </a:pPr>
                      <a:r>
                        <a:rPr b="0" lang="iw-IL" sz="1100" u="none" cap="none" strike="noStrike">
                          <a:solidFill>
                            <a:schemeClr val="dk1"/>
                          </a:solidFill>
                          <a:latin typeface="Aharoni"/>
                          <a:ea typeface="Aharoni"/>
                          <a:cs typeface="Aharoni"/>
                          <a:sym typeface="Aharoni"/>
                        </a:rPr>
                        <a:t>כוויות</a:t>
                      </a:r>
                      <a:endParaRPr/>
                    </a:p>
                    <a:p>
                      <a:pPr indent="-342900" lvl="0" marL="342900" marR="0" rtl="1" algn="r">
                        <a:lnSpc>
                          <a:spcPct val="107000"/>
                        </a:lnSpc>
                        <a:spcBef>
                          <a:spcPts val="0"/>
                        </a:spcBef>
                        <a:spcAft>
                          <a:spcPts val="0"/>
                        </a:spcAft>
                        <a:buClr>
                          <a:schemeClr val="dk1"/>
                        </a:buClr>
                        <a:buSzPts val="1100"/>
                        <a:buFont typeface="Noto Sans Symbols"/>
                        <a:buChar char="∙"/>
                      </a:pPr>
                      <a:r>
                        <a:rPr b="0" lang="iw-IL" sz="1100" u="none" cap="none" strike="noStrike">
                          <a:solidFill>
                            <a:schemeClr val="dk1"/>
                          </a:solidFill>
                          <a:latin typeface="Aharoni"/>
                          <a:ea typeface="Aharoni"/>
                          <a:cs typeface="Aharoni"/>
                          <a:sym typeface="Aharoni"/>
                        </a:rPr>
                        <a:t>שריפות\התפוצצות</a:t>
                      </a:r>
                      <a:endParaRPr/>
                    </a:p>
                    <a:p>
                      <a:pPr indent="-342900" lvl="0" marL="342900" marR="0" rtl="1" algn="r">
                        <a:lnSpc>
                          <a:spcPct val="107000"/>
                        </a:lnSpc>
                        <a:spcBef>
                          <a:spcPts val="0"/>
                        </a:spcBef>
                        <a:spcAft>
                          <a:spcPts val="0"/>
                        </a:spcAft>
                        <a:buClr>
                          <a:schemeClr val="dk1"/>
                        </a:buClr>
                        <a:buSzPts val="1100"/>
                        <a:buFont typeface="Noto Sans Symbols"/>
                        <a:buChar char="∙"/>
                      </a:pPr>
                      <a:r>
                        <a:rPr b="0" lang="iw-IL" sz="1100" u="none" cap="none" strike="noStrike">
                          <a:solidFill>
                            <a:schemeClr val="dk1"/>
                          </a:solidFill>
                          <a:latin typeface="Aharoni"/>
                          <a:ea typeface="Aharoni"/>
                          <a:cs typeface="Aharoni"/>
                          <a:sym typeface="Aharoni"/>
                        </a:rPr>
                        <a:t>מחלות מקצוע</a:t>
                      </a:r>
                      <a:endParaRPr b="0" sz="1100" u="none" cap="none" strike="noStrike">
                        <a:solidFill>
                          <a:schemeClr val="dk1"/>
                        </a:solidFill>
                        <a:latin typeface="Aharoni"/>
                        <a:ea typeface="Aharoni"/>
                        <a:cs typeface="Aharoni"/>
                        <a:sym typeface="Aharoni"/>
                      </a:endParaRPr>
                    </a:p>
                  </a:txBody>
                  <a:tcPr marT="0" marB="0" marR="65225" marL="652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342900" lvl="0" marL="342900" marR="0" rtl="1" algn="r">
                        <a:lnSpc>
                          <a:spcPct val="107000"/>
                        </a:lnSpc>
                        <a:spcBef>
                          <a:spcPts val="0"/>
                        </a:spcBef>
                        <a:spcAft>
                          <a:spcPts val="0"/>
                        </a:spcAft>
                        <a:buClr>
                          <a:schemeClr val="dk1"/>
                        </a:buClr>
                        <a:buSzPts val="1100"/>
                        <a:buFont typeface="Noto Sans Symbols"/>
                        <a:buChar char="∙"/>
                      </a:pPr>
                      <a:r>
                        <a:rPr lang="iw-IL" sz="1100" u="none" cap="none" strike="noStrike">
                          <a:latin typeface="Aharoni"/>
                          <a:ea typeface="Aharoni"/>
                          <a:cs typeface="Aharoni"/>
                          <a:sym typeface="Aharoni"/>
                        </a:rPr>
                        <a:t>שימוש בחומרים מזיקים לבריאות</a:t>
                      </a:r>
                      <a:endParaRPr/>
                    </a:p>
                    <a:p>
                      <a:pPr indent="-342900" lvl="0" marL="342900" marR="0" rtl="1" algn="r">
                        <a:lnSpc>
                          <a:spcPct val="107000"/>
                        </a:lnSpc>
                        <a:spcBef>
                          <a:spcPts val="0"/>
                        </a:spcBef>
                        <a:spcAft>
                          <a:spcPts val="0"/>
                        </a:spcAft>
                        <a:buClr>
                          <a:schemeClr val="dk1"/>
                        </a:buClr>
                        <a:buSzPts val="1100"/>
                        <a:buFont typeface="Noto Sans Symbols"/>
                        <a:buChar char="∙"/>
                      </a:pPr>
                      <a:r>
                        <a:rPr lang="iw-IL" sz="1100" u="none" cap="none" strike="noStrike">
                          <a:solidFill>
                            <a:schemeClr val="dk1"/>
                          </a:solidFill>
                          <a:latin typeface="Aharoni"/>
                          <a:ea typeface="Aharoni"/>
                          <a:cs typeface="Aharoni"/>
                          <a:sym typeface="Aharoni"/>
                        </a:rPr>
                        <a:t>ציוד מגן אישי לא מתאים לסכנה\לא תקין</a:t>
                      </a:r>
                      <a:endParaRPr/>
                    </a:p>
                    <a:p>
                      <a:pPr indent="-342900" lvl="0" marL="342900" marR="0" rtl="1" algn="r">
                        <a:lnSpc>
                          <a:spcPct val="107000"/>
                        </a:lnSpc>
                        <a:spcBef>
                          <a:spcPts val="0"/>
                        </a:spcBef>
                        <a:spcAft>
                          <a:spcPts val="0"/>
                        </a:spcAft>
                        <a:buClr>
                          <a:schemeClr val="dk1"/>
                        </a:buClr>
                        <a:buSzPts val="1100"/>
                        <a:buFont typeface="Noto Sans Symbols"/>
                        <a:buChar char="∙"/>
                      </a:pPr>
                      <a:r>
                        <a:rPr lang="iw-IL" sz="1100" u="none" cap="none" strike="noStrike">
                          <a:solidFill>
                            <a:schemeClr val="dk1"/>
                          </a:solidFill>
                          <a:latin typeface="Aharoni"/>
                          <a:ea typeface="Aharoni"/>
                          <a:cs typeface="Aharoni"/>
                          <a:sym typeface="Aharoni"/>
                        </a:rPr>
                        <a:t>עבודה במקום לא מאוורר</a:t>
                      </a:r>
                      <a:endParaRPr sz="1100" u="none" cap="none" strike="noStrike">
                        <a:solidFill>
                          <a:schemeClr val="dk1"/>
                        </a:solidFill>
                        <a:latin typeface="Aharoni"/>
                        <a:ea typeface="Aharoni"/>
                        <a:cs typeface="Aharoni"/>
                        <a:sym typeface="Aharoni"/>
                      </a:endParaRPr>
                    </a:p>
                  </a:txBody>
                  <a:tcPr marT="0" marB="0" marR="65225" marL="652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342900" lvl="0" marL="342900" marR="0" rtl="1" algn="r">
                        <a:lnSpc>
                          <a:spcPct val="107000"/>
                        </a:lnSpc>
                        <a:spcBef>
                          <a:spcPts val="0"/>
                        </a:spcBef>
                        <a:spcAft>
                          <a:spcPts val="0"/>
                        </a:spcAft>
                        <a:buClr>
                          <a:schemeClr val="dk1"/>
                        </a:buClr>
                        <a:buSzPts val="1100"/>
                        <a:buFont typeface="Noto Sans Symbols"/>
                        <a:buChar char="∙"/>
                      </a:pPr>
                      <a:r>
                        <a:rPr b="1" lang="iw-IL" sz="1100" u="none" cap="none" strike="noStrike">
                          <a:solidFill>
                            <a:schemeClr val="dk1"/>
                          </a:solidFill>
                          <a:latin typeface="Aharoni"/>
                          <a:ea typeface="Aharoni"/>
                          <a:cs typeface="Aharoni"/>
                          <a:sym typeface="Aharoni"/>
                        </a:rPr>
                        <a:t>שימוש בחומרים כימיים לאחר קבלת תדריך בטיחות בהתאם לגיליון הבטיחות של החומר</a:t>
                      </a:r>
                      <a:endParaRPr/>
                    </a:p>
                    <a:p>
                      <a:pPr indent="-342900" lvl="0" marL="342900" marR="0" rtl="1" algn="r">
                        <a:lnSpc>
                          <a:spcPct val="107000"/>
                        </a:lnSpc>
                        <a:spcBef>
                          <a:spcPts val="0"/>
                        </a:spcBef>
                        <a:spcAft>
                          <a:spcPts val="0"/>
                        </a:spcAft>
                        <a:buClr>
                          <a:schemeClr val="dk1"/>
                        </a:buClr>
                        <a:buSzPts val="1100"/>
                        <a:buFont typeface="Noto Sans Symbols"/>
                        <a:buChar char="∙"/>
                      </a:pPr>
                      <a:r>
                        <a:rPr b="1" lang="iw-IL" sz="1100" u="none" cap="none" strike="noStrike">
                          <a:solidFill>
                            <a:schemeClr val="dk1"/>
                          </a:solidFill>
                          <a:latin typeface="Aharoni"/>
                          <a:ea typeface="Aharoni"/>
                          <a:cs typeface="Aharoni"/>
                          <a:sym typeface="Aharoni"/>
                        </a:rPr>
                        <a:t>עבודה עם ציוד מגן אישי ע"פ גיליון הבטיחות של החומר</a:t>
                      </a:r>
                      <a:endParaRPr/>
                    </a:p>
                    <a:p>
                      <a:pPr indent="-342900" lvl="0" marL="342900" marR="0" rtl="1" algn="r">
                        <a:lnSpc>
                          <a:spcPct val="107000"/>
                        </a:lnSpc>
                        <a:spcBef>
                          <a:spcPts val="0"/>
                        </a:spcBef>
                        <a:spcAft>
                          <a:spcPts val="0"/>
                        </a:spcAft>
                        <a:buClr>
                          <a:schemeClr val="dk1"/>
                        </a:buClr>
                        <a:buSzPts val="1100"/>
                        <a:buFont typeface="Noto Sans Symbols"/>
                        <a:buChar char="∙"/>
                      </a:pPr>
                      <a:r>
                        <a:rPr b="1" lang="iw-IL" sz="1100" u="none" cap="none" strike="noStrike">
                          <a:solidFill>
                            <a:schemeClr val="dk1"/>
                          </a:solidFill>
                          <a:latin typeface="Aharoni"/>
                          <a:ea typeface="Aharoni"/>
                          <a:cs typeface="Aharoni"/>
                          <a:sym typeface="Aharoni"/>
                        </a:rPr>
                        <a:t>לאוורר את מקום העבודה ולהרחיק אש מחומרים דליקים</a:t>
                      </a:r>
                      <a:endParaRPr/>
                    </a:p>
                    <a:p>
                      <a:pPr indent="-342900" lvl="0" marL="342900" marR="0" rtl="1" algn="r">
                        <a:lnSpc>
                          <a:spcPct val="107000"/>
                        </a:lnSpc>
                        <a:spcBef>
                          <a:spcPts val="0"/>
                        </a:spcBef>
                        <a:spcAft>
                          <a:spcPts val="0"/>
                        </a:spcAft>
                        <a:buClr>
                          <a:schemeClr val="dk1"/>
                        </a:buClr>
                        <a:buSzPts val="1100"/>
                        <a:buFont typeface="Noto Sans Symbols"/>
                        <a:buChar char="∙"/>
                      </a:pPr>
                      <a:r>
                        <a:rPr b="1" lang="iw-IL" sz="1100" u="none" cap="none" strike="noStrike">
                          <a:solidFill>
                            <a:schemeClr val="dk1"/>
                          </a:solidFill>
                          <a:latin typeface="Aharoni"/>
                          <a:ea typeface="Aharoni"/>
                          <a:cs typeface="Aharoni"/>
                          <a:sym typeface="Aharoni"/>
                        </a:rPr>
                        <a:t>השמד אריזות / מכלים ריקים לאחר שימוש ולא להשאיר בשטח</a:t>
                      </a:r>
                      <a:endParaRPr b="1" sz="1100" u="none" cap="none" strike="noStrike">
                        <a:solidFill>
                          <a:schemeClr val="dk1"/>
                        </a:solidFill>
                        <a:latin typeface="Aharoni"/>
                        <a:ea typeface="Aharoni"/>
                        <a:cs typeface="Aharoni"/>
                        <a:sym typeface="Aharoni"/>
                      </a:endParaRPr>
                    </a:p>
                  </a:txBody>
                  <a:tcPr marT="0" marB="0" marR="65225" marL="652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156" name="Google Shape;156;p4"/>
          <p:cNvSpPr txBox="1"/>
          <p:nvPr/>
        </p:nvSpPr>
        <p:spPr>
          <a:xfrm>
            <a:off x="54296" y="2145538"/>
            <a:ext cx="1276264" cy="640587"/>
          </a:xfrm>
          <a:prstGeom prst="rect">
            <a:avLst/>
          </a:prstGeom>
          <a:noFill/>
          <a:ln>
            <a:noFill/>
          </a:ln>
        </p:spPr>
        <p:txBody>
          <a:bodyPr anchorCtr="0" anchor="t" bIns="45700" lIns="91425" spcFirstLastPara="1" rIns="91425" wrap="square" tIns="45700">
            <a:normAutofit/>
          </a:bodyPr>
          <a:lstStyle/>
          <a:p>
            <a:pPr indent="0" lvl="0" marL="0" marR="0" rtl="1" algn="ctr">
              <a:lnSpc>
                <a:spcPct val="90000"/>
              </a:lnSpc>
              <a:spcBef>
                <a:spcPts val="0"/>
              </a:spcBef>
              <a:spcAft>
                <a:spcPts val="0"/>
              </a:spcAft>
              <a:buClr>
                <a:srgbClr val="FF0000"/>
              </a:buClr>
              <a:buSzPts val="1300"/>
              <a:buFont typeface="Arial"/>
              <a:buNone/>
            </a:pPr>
            <a:r>
              <a:rPr b="1" i="0" lang="iw-IL" sz="1300" u="none" cap="none" strike="noStrike">
                <a:solidFill>
                  <a:srgbClr val="FF0000"/>
                </a:solidFill>
                <a:latin typeface="Aharoni"/>
                <a:ea typeface="Aharoni"/>
                <a:cs typeface="Aharoni"/>
                <a:sym typeface="Aharoni"/>
              </a:rPr>
              <a:t>סכנה!</a:t>
            </a:r>
            <a:endParaRPr/>
          </a:p>
          <a:p>
            <a:pPr indent="0" lvl="0" marL="0" marR="0" rtl="1" algn="ctr">
              <a:lnSpc>
                <a:spcPct val="90000"/>
              </a:lnSpc>
              <a:spcBef>
                <a:spcPts val="750"/>
              </a:spcBef>
              <a:spcAft>
                <a:spcPts val="0"/>
              </a:spcAft>
              <a:buClr>
                <a:schemeClr val="dk1"/>
              </a:buClr>
              <a:buSzPts val="1300"/>
              <a:buFont typeface="Arial"/>
              <a:buNone/>
            </a:pPr>
            <a:r>
              <a:rPr b="1" i="0" lang="iw-IL" sz="1300" u="none" cap="none" strike="noStrike">
                <a:solidFill>
                  <a:schemeClr val="dk1"/>
                </a:solidFill>
                <a:latin typeface="Aharoni"/>
                <a:ea typeface="Aharoni"/>
                <a:cs typeface="Aharoni"/>
                <a:sym typeface="Aharoni"/>
              </a:rPr>
              <a:t>חומרים מסוכנים</a:t>
            </a:r>
            <a:endParaRPr/>
          </a:p>
        </p:txBody>
      </p:sp>
      <p:cxnSp>
        <p:nvCxnSpPr>
          <p:cNvPr id="157" name="Google Shape;157;p4"/>
          <p:cNvCxnSpPr/>
          <p:nvPr/>
        </p:nvCxnSpPr>
        <p:spPr>
          <a:xfrm>
            <a:off x="10643" y="4612212"/>
            <a:ext cx="6858000" cy="0"/>
          </a:xfrm>
          <a:prstGeom prst="straightConnector1">
            <a:avLst/>
          </a:prstGeom>
          <a:noFill/>
          <a:ln cap="flat" cmpd="sng" w="38100">
            <a:solidFill>
              <a:schemeClr val="dk1"/>
            </a:solidFill>
            <a:prstDash val="solid"/>
            <a:miter lim="800000"/>
            <a:headEnd len="sm" w="sm" type="none"/>
            <a:tailEnd len="sm" w="sm" type="none"/>
          </a:ln>
        </p:spPr>
      </p:cxnSp>
      <p:sp>
        <p:nvSpPr>
          <p:cNvPr id="158" name="Google Shape;158;p4"/>
          <p:cNvSpPr txBox="1"/>
          <p:nvPr/>
        </p:nvSpPr>
        <p:spPr>
          <a:xfrm>
            <a:off x="165200" y="5612625"/>
            <a:ext cx="2892325" cy="413857"/>
          </a:xfrm>
          <a:prstGeom prst="rect">
            <a:avLst/>
          </a:prstGeom>
          <a:noFill/>
          <a:ln>
            <a:noFill/>
          </a:ln>
        </p:spPr>
        <p:txBody>
          <a:bodyPr anchorCtr="0" anchor="t" bIns="45700" lIns="91425" spcFirstLastPara="1" rIns="91425" wrap="square" tIns="45700">
            <a:normAutofit/>
          </a:bodyPr>
          <a:lstStyle/>
          <a:p>
            <a:pPr indent="0" lvl="0" marL="0" marR="0" rtl="1" algn="ctr">
              <a:lnSpc>
                <a:spcPct val="90000"/>
              </a:lnSpc>
              <a:spcBef>
                <a:spcPts val="0"/>
              </a:spcBef>
              <a:spcAft>
                <a:spcPts val="0"/>
              </a:spcAft>
              <a:buClr>
                <a:schemeClr val="dk1"/>
              </a:buClr>
              <a:buSzPts val="1300"/>
              <a:buFont typeface="Arial"/>
              <a:buNone/>
            </a:pPr>
            <a:r>
              <a:rPr b="1" i="0" lang="iw-IL" sz="1300" u="none" cap="none" strike="noStrike">
                <a:solidFill>
                  <a:schemeClr val="dk1"/>
                </a:solidFill>
                <a:latin typeface="Aharoni"/>
                <a:ea typeface="Aharoni"/>
                <a:cs typeface="Aharoni"/>
                <a:sym typeface="Aharoni"/>
              </a:rPr>
              <a:t>הרמה נכונה מונעת סבל רב מאוד</a:t>
            </a:r>
            <a:endParaRPr/>
          </a:p>
        </p:txBody>
      </p:sp>
      <p:sp>
        <p:nvSpPr>
          <p:cNvPr id="159" name="Google Shape;159;p4"/>
          <p:cNvSpPr txBox="1"/>
          <p:nvPr/>
        </p:nvSpPr>
        <p:spPr>
          <a:xfrm>
            <a:off x="10644" y="4735279"/>
            <a:ext cx="6858000" cy="630284"/>
          </a:xfrm>
          <a:prstGeom prst="rect">
            <a:avLst/>
          </a:prstGeom>
          <a:noFill/>
          <a:ln>
            <a:noFill/>
          </a:ln>
        </p:spPr>
        <p:txBody>
          <a:bodyPr anchorCtr="0" anchor="t" bIns="45700" lIns="91425" spcFirstLastPara="1" rIns="91425" wrap="square" tIns="45700">
            <a:normAutofit/>
          </a:bodyPr>
          <a:lstStyle/>
          <a:p>
            <a:pPr indent="0" lvl="0" marL="0" marR="0" rtl="1" algn="r">
              <a:lnSpc>
                <a:spcPct val="90000"/>
              </a:lnSpc>
              <a:spcBef>
                <a:spcPts val="0"/>
              </a:spcBef>
              <a:spcAft>
                <a:spcPts val="0"/>
              </a:spcAft>
              <a:buClr>
                <a:schemeClr val="dk1"/>
              </a:buClr>
              <a:buSzPts val="2800"/>
              <a:buFont typeface="Arial"/>
              <a:buNone/>
            </a:pPr>
            <a:r>
              <a:rPr b="1" i="0" lang="iw-IL" sz="2800" u="sng" cap="none" strike="noStrike">
                <a:solidFill>
                  <a:schemeClr val="dk1"/>
                </a:solidFill>
                <a:latin typeface="Aharoni"/>
                <a:ea typeface="Aharoni"/>
                <a:cs typeface="Aharoni"/>
                <a:sym typeface="Aharoni"/>
              </a:rPr>
              <a:t>הנחיות בטיחות כלליות</a:t>
            </a:r>
            <a:endParaRPr/>
          </a:p>
        </p:txBody>
      </p:sp>
      <p:graphicFrame>
        <p:nvGraphicFramePr>
          <p:cNvPr id="160" name="Google Shape;160;p4"/>
          <p:cNvGraphicFramePr/>
          <p:nvPr/>
        </p:nvGraphicFramePr>
        <p:xfrm>
          <a:off x="165200" y="6153998"/>
          <a:ext cx="3000000" cy="3000000"/>
        </p:xfrm>
        <a:graphic>
          <a:graphicData uri="http://schemas.openxmlformats.org/drawingml/2006/table">
            <a:tbl>
              <a:tblPr bandRow="1" firstCol="1" firstRow="1">
                <a:noFill/>
                <a:tableStyleId>{FB6D6766-C3E4-4BB9-BE31-83216EC31A9B}</a:tableStyleId>
              </a:tblPr>
              <a:tblGrid>
                <a:gridCol w="3270850"/>
                <a:gridCol w="3300600"/>
              </a:tblGrid>
              <a:tr h="147625">
                <a:tc>
                  <a:txBody>
                    <a:bodyPr/>
                    <a:lstStyle/>
                    <a:p>
                      <a:pPr indent="0" lvl="0" marL="0" marR="0" rtl="1" algn="ctr">
                        <a:lnSpc>
                          <a:spcPct val="107000"/>
                        </a:lnSpc>
                        <a:spcBef>
                          <a:spcPts val="0"/>
                        </a:spcBef>
                        <a:spcAft>
                          <a:spcPts val="0"/>
                        </a:spcAft>
                        <a:buNone/>
                      </a:pPr>
                      <a:r>
                        <a:rPr lang="iw-IL" sz="1100" u="none" cap="none" strike="noStrike">
                          <a:latin typeface="Aharoni"/>
                          <a:ea typeface="Aharoni"/>
                          <a:cs typeface="Aharoni"/>
                          <a:sym typeface="Aharoni"/>
                        </a:rPr>
                        <a:t>עשה</a:t>
                      </a:r>
                      <a:endParaRPr sz="1100" u="none" cap="none" strike="noStrike">
                        <a:solidFill>
                          <a:schemeClr val="dk1"/>
                        </a:solidFill>
                        <a:latin typeface="Aharoni"/>
                        <a:ea typeface="Aharoni"/>
                        <a:cs typeface="Aharoni"/>
                        <a:sym typeface="Aharoni"/>
                      </a:endParaRPr>
                    </a:p>
                  </a:txBody>
                  <a:tcPr marT="0" marB="0" marR="65225" marL="652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1" algn="ctr">
                        <a:lnSpc>
                          <a:spcPct val="107000"/>
                        </a:lnSpc>
                        <a:spcBef>
                          <a:spcPts val="0"/>
                        </a:spcBef>
                        <a:spcAft>
                          <a:spcPts val="0"/>
                        </a:spcAft>
                        <a:buNone/>
                      </a:pPr>
                      <a:r>
                        <a:rPr lang="iw-IL" sz="1100" u="none" cap="none" strike="noStrike">
                          <a:latin typeface="Aharoni"/>
                          <a:ea typeface="Aharoni"/>
                          <a:cs typeface="Aharoni"/>
                          <a:sym typeface="Aharoni"/>
                        </a:rPr>
                        <a:t>אל תעשה</a:t>
                      </a:r>
                      <a:endParaRPr sz="1100" u="none" cap="none" strike="noStrike">
                        <a:solidFill>
                          <a:schemeClr val="dk1"/>
                        </a:solidFill>
                        <a:latin typeface="Aharoni"/>
                        <a:ea typeface="Aharoni"/>
                        <a:cs typeface="Aharoni"/>
                        <a:sym typeface="Aharoni"/>
                      </a:endParaRPr>
                    </a:p>
                  </a:txBody>
                  <a:tcPr marT="0" marB="0" marR="65225" marL="652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233600">
                <a:tc>
                  <a:txBody>
                    <a:bodyPr/>
                    <a:lstStyle/>
                    <a:p>
                      <a:pPr indent="-342900" lvl="0" marL="342900" marR="0" rtl="1" algn="r">
                        <a:lnSpc>
                          <a:spcPct val="107000"/>
                        </a:lnSpc>
                        <a:spcBef>
                          <a:spcPts val="0"/>
                        </a:spcBef>
                        <a:spcAft>
                          <a:spcPts val="0"/>
                        </a:spcAft>
                        <a:buClr>
                          <a:schemeClr val="dk1"/>
                        </a:buClr>
                        <a:buSzPts val="1100"/>
                        <a:buFont typeface="Noto Sans Symbols"/>
                        <a:buChar char="∙"/>
                      </a:pPr>
                      <a:r>
                        <a:rPr lang="iw-IL" sz="1100" u="none" cap="none" strike="noStrike">
                          <a:solidFill>
                            <a:schemeClr val="dk1"/>
                          </a:solidFill>
                          <a:latin typeface="Aharoni"/>
                          <a:ea typeface="Aharoni"/>
                          <a:cs typeface="Aharoni"/>
                          <a:sym typeface="Aharoni"/>
                        </a:rPr>
                        <a:t>להיכנס לאתר דרך הכניסות הייעודים ולהיזהר מציוד הנדסי</a:t>
                      </a:r>
                      <a:endParaRPr/>
                    </a:p>
                    <a:p>
                      <a:pPr indent="-342900" lvl="0" marL="342900" marR="0" rtl="1" algn="r">
                        <a:lnSpc>
                          <a:spcPct val="107000"/>
                        </a:lnSpc>
                        <a:spcBef>
                          <a:spcPts val="0"/>
                        </a:spcBef>
                        <a:spcAft>
                          <a:spcPts val="0"/>
                        </a:spcAft>
                        <a:buClr>
                          <a:schemeClr val="dk1"/>
                        </a:buClr>
                        <a:buSzPts val="1100"/>
                        <a:buFont typeface="Noto Sans Symbols"/>
                        <a:buChar char="∙"/>
                      </a:pPr>
                      <a:r>
                        <a:rPr lang="iw-IL" sz="1100" u="none" cap="none" strike="noStrike">
                          <a:solidFill>
                            <a:schemeClr val="dk1"/>
                          </a:solidFill>
                          <a:latin typeface="Aharoni"/>
                          <a:ea typeface="Aharoni"/>
                          <a:cs typeface="Aharoni"/>
                          <a:sym typeface="Aharoni"/>
                        </a:rPr>
                        <a:t>יש להתנהג ע"פ השילוט האזהרתי באתר</a:t>
                      </a:r>
                      <a:endParaRPr/>
                    </a:p>
                    <a:p>
                      <a:pPr indent="-342900" lvl="0" marL="342900" marR="0" rtl="1" algn="r">
                        <a:lnSpc>
                          <a:spcPct val="107000"/>
                        </a:lnSpc>
                        <a:spcBef>
                          <a:spcPts val="0"/>
                        </a:spcBef>
                        <a:spcAft>
                          <a:spcPts val="0"/>
                        </a:spcAft>
                        <a:buClr>
                          <a:schemeClr val="dk1"/>
                        </a:buClr>
                        <a:buSzPts val="1100"/>
                        <a:buFont typeface="Noto Sans Symbols"/>
                        <a:buChar char="∙"/>
                      </a:pPr>
                      <a:r>
                        <a:rPr lang="iw-IL" sz="1100" u="none" cap="none" strike="noStrike">
                          <a:solidFill>
                            <a:schemeClr val="dk1"/>
                          </a:solidFill>
                          <a:latin typeface="Aharoni"/>
                          <a:ea typeface="Aharoni"/>
                          <a:cs typeface="Aharoni"/>
                          <a:sym typeface="Aharoni"/>
                        </a:rPr>
                        <a:t>הרמת ציוד חומרים צמוד לגוף ולא יותר מ 25 ק"ג</a:t>
                      </a:r>
                      <a:endParaRPr/>
                    </a:p>
                    <a:p>
                      <a:pPr indent="-342900" lvl="0" marL="342900" marR="0" rtl="1" algn="r">
                        <a:lnSpc>
                          <a:spcPct val="107000"/>
                        </a:lnSpc>
                        <a:spcBef>
                          <a:spcPts val="0"/>
                        </a:spcBef>
                        <a:spcAft>
                          <a:spcPts val="0"/>
                        </a:spcAft>
                        <a:buClr>
                          <a:schemeClr val="dk1"/>
                        </a:buClr>
                        <a:buSzPts val="1100"/>
                        <a:buFont typeface="Noto Sans Symbols"/>
                        <a:buChar char="∙"/>
                      </a:pPr>
                      <a:r>
                        <a:rPr lang="iw-IL" sz="1100" u="none" cap="none" strike="noStrike">
                          <a:solidFill>
                            <a:schemeClr val="dk1"/>
                          </a:solidFill>
                          <a:latin typeface="Aharoni"/>
                          <a:ea typeface="Aharoni"/>
                          <a:cs typeface="Aharoni"/>
                          <a:sym typeface="Aharoni"/>
                        </a:rPr>
                        <a:t>תחילת הרמה בכיפוף ברכיים, היעזר בעובד נוסף</a:t>
                      </a:r>
                      <a:endParaRPr/>
                    </a:p>
                    <a:p>
                      <a:pPr indent="-342900" lvl="0" marL="342900" marR="0" rtl="1" algn="r">
                        <a:lnSpc>
                          <a:spcPct val="107000"/>
                        </a:lnSpc>
                        <a:spcBef>
                          <a:spcPts val="0"/>
                        </a:spcBef>
                        <a:spcAft>
                          <a:spcPts val="0"/>
                        </a:spcAft>
                        <a:buClr>
                          <a:schemeClr val="dk1"/>
                        </a:buClr>
                        <a:buSzPts val="1100"/>
                        <a:buFont typeface="Noto Sans Symbols"/>
                        <a:buChar char="∙"/>
                      </a:pPr>
                      <a:r>
                        <a:rPr lang="iw-IL" sz="1100" u="none" cap="none" strike="noStrike">
                          <a:solidFill>
                            <a:schemeClr val="dk1"/>
                          </a:solidFill>
                          <a:latin typeface="Aharoni"/>
                          <a:ea typeface="Aharoni"/>
                          <a:cs typeface="Aharoni"/>
                          <a:sym typeface="Aharoni"/>
                        </a:rPr>
                        <a:t>כסה פתחים בורות למניעת נפילת עובדים</a:t>
                      </a:r>
                      <a:endParaRPr/>
                    </a:p>
                    <a:p>
                      <a:pPr indent="-342900" lvl="0" marL="342900" marR="0" rtl="1" algn="r">
                        <a:lnSpc>
                          <a:spcPct val="107000"/>
                        </a:lnSpc>
                        <a:spcBef>
                          <a:spcPts val="0"/>
                        </a:spcBef>
                        <a:spcAft>
                          <a:spcPts val="0"/>
                        </a:spcAft>
                        <a:buClr>
                          <a:schemeClr val="dk1"/>
                        </a:buClr>
                        <a:buSzPts val="1100"/>
                        <a:buFont typeface="Noto Sans Symbols"/>
                        <a:buChar char="∙"/>
                      </a:pPr>
                      <a:r>
                        <a:rPr lang="iw-IL" sz="1100" u="none" cap="none" strike="noStrike">
                          <a:solidFill>
                            <a:schemeClr val="dk1"/>
                          </a:solidFill>
                          <a:latin typeface="Aharoni"/>
                          <a:ea typeface="Aharoni"/>
                          <a:cs typeface="Aharoni"/>
                          <a:sym typeface="Aharoni"/>
                        </a:rPr>
                        <a:t>דווח על כל ליקוי סכנה מפגע/מקרה מסוכן/תאונה ל מנ"ע</a:t>
                      </a:r>
                      <a:endParaRPr sz="1100" u="none" cap="none" strike="noStrike">
                        <a:solidFill>
                          <a:schemeClr val="dk1"/>
                        </a:solidFill>
                        <a:latin typeface="Aharoni"/>
                        <a:ea typeface="Aharoni"/>
                        <a:cs typeface="Aharoni"/>
                        <a:sym typeface="Aharoni"/>
                      </a:endParaRPr>
                    </a:p>
                    <a:p>
                      <a:pPr indent="-342900" lvl="0" marL="342900" marR="0" rtl="1" algn="r">
                        <a:lnSpc>
                          <a:spcPct val="107000"/>
                        </a:lnSpc>
                        <a:spcBef>
                          <a:spcPts val="0"/>
                        </a:spcBef>
                        <a:spcAft>
                          <a:spcPts val="0"/>
                        </a:spcAft>
                        <a:buClr>
                          <a:schemeClr val="dk1"/>
                        </a:buClr>
                        <a:buSzPts val="1100"/>
                        <a:buFont typeface="Noto Sans Symbols"/>
                        <a:buChar char="∙"/>
                      </a:pPr>
                      <a:r>
                        <a:rPr lang="iw-IL" sz="1100" u="none" cap="none" strike="noStrike">
                          <a:solidFill>
                            <a:schemeClr val="dk1"/>
                          </a:solidFill>
                          <a:latin typeface="Aharoni"/>
                          <a:ea typeface="Aharoni"/>
                          <a:cs typeface="Aharoni"/>
                          <a:sym typeface="Aharoni"/>
                        </a:rPr>
                        <a:t>תתייעץ עם מנ"ע ממונה בטיחות בכל עבודה שלא ברורה לך</a:t>
                      </a:r>
                      <a:endParaRPr/>
                    </a:p>
                    <a:p>
                      <a:pPr indent="-342900" lvl="0" marL="342900" marR="0" rtl="1" algn="r">
                        <a:lnSpc>
                          <a:spcPct val="107000"/>
                        </a:lnSpc>
                        <a:spcBef>
                          <a:spcPts val="0"/>
                        </a:spcBef>
                        <a:spcAft>
                          <a:spcPts val="0"/>
                        </a:spcAft>
                        <a:buClr>
                          <a:schemeClr val="dk1"/>
                        </a:buClr>
                        <a:buSzPts val="1100"/>
                        <a:buFont typeface="Noto Sans Symbols"/>
                        <a:buChar char="∙"/>
                      </a:pPr>
                      <a:r>
                        <a:rPr lang="iw-IL" sz="1100" u="none" cap="none" strike="noStrike">
                          <a:solidFill>
                            <a:schemeClr val="dk1"/>
                          </a:solidFill>
                          <a:latin typeface="Aharoni"/>
                          <a:ea typeface="Aharoni"/>
                          <a:cs typeface="Aharoni"/>
                          <a:sym typeface="Aharoni"/>
                        </a:rPr>
                        <a:t>שהות באתר כל עוד מנהל עבודה נמצא באתר</a:t>
                      </a:r>
                      <a:endParaRPr/>
                    </a:p>
                    <a:p>
                      <a:pPr indent="-342900" lvl="0" marL="342900" marR="0" rtl="1" algn="r">
                        <a:lnSpc>
                          <a:spcPct val="107000"/>
                        </a:lnSpc>
                        <a:spcBef>
                          <a:spcPts val="0"/>
                        </a:spcBef>
                        <a:spcAft>
                          <a:spcPts val="0"/>
                        </a:spcAft>
                        <a:buClr>
                          <a:schemeClr val="dk1"/>
                        </a:buClr>
                        <a:buSzPts val="1100"/>
                        <a:buFont typeface="Noto Sans Symbols"/>
                        <a:buChar char="∙"/>
                      </a:pPr>
                      <a:r>
                        <a:rPr lang="iw-IL" sz="1100" u="none" cap="none" strike="noStrike">
                          <a:solidFill>
                            <a:schemeClr val="dk1"/>
                          </a:solidFill>
                          <a:latin typeface="Aharoni"/>
                          <a:ea typeface="Aharoni"/>
                          <a:cs typeface="Aharoni"/>
                          <a:sym typeface="Aharoni"/>
                        </a:rPr>
                        <a:t>בצע עבודה לא מעל או מתחת לעובדים אחרים</a:t>
                      </a:r>
                      <a:endParaRPr/>
                    </a:p>
                    <a:p>
                      <a:pPr indent="-342900" lvl="0" marL="342900" marR="0" rtl="1" algn="r">
                        <a:lnSpc>
                          <a:spcPct val="107000"/>
                        </a:lnSpc>
                        <a:spcBef>
                          <a:spcPts val="0"/>
                        </a:spcBef>
                        <a:spcAft>
                          <a:spcPts val="0"/>
                        </a:spcAft>
                        <a:buClr>
                          <a:schemeClr val="dk1"/>
                        </a:buClr>
                        <a:buSzPts val="1100"/>
                        <a:buFont typeface="Noto Sans Symbols"/>
                        <a:buChar char="∙"/>
                      </a:pPr>
                      <a:r>
                        <a:rPr lang="iw-IL" sz="1100" u="none" cap="none" strike="noStrike">
                          <a:solidFill>
                            <a:schemeClr val="dk1"/>
                          </a:solidFill>
                          <a:latin typeface="Aharoni"/>
                          <a:ea typeface="Aharoni"/>
                          <a:cs typeface="Aharoni"/>
                          <a:sym typeface="Aharoni"/>
                        </a:rPr>
                        <a:t>במידה וצריך עזרה ראשונה גש למנהל עבודה</a:t>
                      </a:r>
                      <a:endParaRPr/>
                    </a:p>
                    <a:p>
                      <a:pPr indent="-342900" lvl="0" marL="342900" marR="0" rtl="1" algn="r">
                        <a:lnSpc>
                          <a:spcPct val="107000"/>
                        </a:lnSpc>
                        <a:spcBef>
                          <a:spcPts val="0"/>
                        </a:spcBef>
                        <a:spcAft>
                          <a:spcPts val="0"/>
                        </a:spcAft>
                        <a:buClr>
                          <a:schemeClr val="dk1"/>
                        </a:buClr>
                        <a:buSzPts val="1100"/>
                        <a:buFont typeface="Noto Sans Symbols"/>
                        <a:buChar char="∙"/>
                      </a:pPr>
                      <a:r>
                        <a:rPr lang="iw-IL" sz="1100" u="none" cap="none" strike="noStrike">
                          <a:solidFill>
                            <a:schemeClr val="dk1"/>
                          </a:solidFill>
                          <a:latin typeface="Aharoni"/>
                          <a:ea typeface="Aharoni"/>
                          <a:cs typeface="Aharoni"/>
                          <a:sym typeface="Aharoni"/>
                        </a:rPr>
                        <a:t>לדאוג לתאורה מספקת לביצוע העבודה בצורה בטוחה</a:t>
                      </a:r>
                      <a:endParaRPr sz="1100" u="none" cap="none" strike="noStrike">
                        <a:solidFill>
                          <a:schemeClr val="dk1"/>
                        </a:solidFill>
                        <a:latin typeface="Aharoni"/>
                        <a:ea typeface="Aharoni"/>
                        <a:cs typeface="Aharoni"/>
                        <a:sym typeface="Aharoni"/>
                      </a:endParaRPr>
                    </a:p>
                  </a:txBody>
                  <a:tcPr marT="0" marB="0" marR="65225" marL="652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342900" lvl="0" marL="342900" marR="0" rtl="1" algn="r">
                        <a:lnSpc>
                          <a:spcPct val="107000"/>
                        </a:lnSpc>
                        <a:spcBef>
                          <a:spcPts val="0"/>
                        </a:spcBef>
                        <a:spcAft>
                          <a:spcPts val="0"/>
                        </a:spcAft>
                        <a:buClr>
                          <a:schemeClr val="dk1"/>
                        </a:buClr>
                        <a:buSzPts val="1100"/>
                        <a:buFont typeface="Noto Sans Symbols"/>
                        <a:buChar char="∙"/>
                      </a:pPr>
                      <a:r>
                        <a:rPr b="1" lang="iw-IL" sz="1100" u="none" cap="none" strike="noStrike">
                          <a:solidFill>
                            <a:schemeClr val="dk1"/>
                          </a:solidFill>
                          <a:latin typeface="Aharoni"/>
                          <a:ea typeface="Aharoni"/>
                          <a:cs typeface="Aharoni"/>
                          <a:sym typeface="Aharoni"/>
                        </a:rPr>
                        <a:t>אל תשתמש בטלפון תוך כדי הליכה או ביצוע משימה</a:t>
                      </a:r>
                      <a:endParaRPr/>
                    </a:p>
                    <a:p>
                      <a:pPr indent="-342900" lvl="0" marL="342900" marR="0" rtl="1" algn="r">
                        <a:lnSpc>
                          <a:spcPct val="107000"/>
                        </a:lnSpc>
                        <a:spcBef>
                          <a:spcPts val="0"/>
                        </a:spcBef>
                        <a:spcAft>
                          <a:spcPts val="0"/>
                        </a:spcAft>
                        <a:buClr>
                          <a:schemeClr val="dk1"/>
                        </a:buClr>
                        <a:buSzPts val="1100"/>
                        <a:buFont typeface="Noto Sans Symbols"/>
                        <a:buChar char="∙"/>
                      </a:pPr>
                      <a:r>
                        <a:rPr b="1" lang="iw-IL" sz="1100" u="none" cap="none" strike="noStrike">
                          <a:solidFill>
                            <a:schemeClr val="dk1"/>
                          </a:solidFill>
                          <a:latin typeface="Aharoni"/>
                          <a:ea typeface="Aharoni"/>
                          <a:cs typeface="Aharoni"/>
                          <a:sym typeface="Aharoni"/>
                        </a:rPr>
                        <a:t>אל תתקן/תפעיל ציוד שאינך בקיא בו</a:t>
                      </a:r>
                      <a:endParaRPr/>
                    </a:p>
                    <a:p>
                      <a:pPr indent="-342900" lvl="0" marL="342900" marR="0" rtl="1" algn="r">
                        <a:lnSpc>
                          <a:spcPct val="107000"/>
                        </a:lnSpc>
                        <a:spcBef>
                          <a:spcPts val="0"/>
                        </a:spcBef>
                        <a:spcAft>
                          <a:spcPts val="0"/>
                        </a:spcAft>
                        <a:buClr>
                          <a:schemeClr val="dk1"/>
                        </a:buClr>
                        <a:buSzPts val="1100"/>
                        <a:buFont typeface="Noto Sans Symbols"/>
                        <a:buChar char="∙"/>
                      </a:pPr>
                      <a:r>
                        <a:rPr b="1" lang="iw-IL" sz="1100" u="none" cap="none" strike="noStrike">
                          <a:solidFill>
                            <a:schemeClr val="dk1"/>
                          </a:solidFill>
                          <a:latin typeface="Aharoni"/>
                          <a:ea typeface="Aharoni"/>
                          <a:cs typeface="Aharoni"/>
                          <a:sym typeface="Aharoni"/>
                        </a:rPr>
                        <a:t>אל תעשה פעולה במזיד אשר יכולה להציב לך נזק ולאחרים</a:t>
                      </a:r>
                      <a:endParaRPr/>
                    </a:p>
                    <a:p>
                      <a:pPr indent="-342900" lvl="0" marL="342900" marR="0" rtl="1" algn="r">
                        <a:lnSpc>
                          <a:spcPct val="107000"/>
                        </a:lnSpc>
                        <a:spcBef>
                          <a:spcPts val="0"/>
                        </a:spcBef>
                        <a:spcAft>
                          <a:spcPts val="0"/>
                        </a:spcAft>
                        <a:buClr>
                          <a:schemeClr val="dk1"/>
                        </a:buClr>
                        <a:buSzPts val="1100"/>
                        <a:buFont typeface="Noto Sans Symbols"/>
                        <a:buChar char="∙"/>
                      </a:pPr>
                      <a:r>
                        <a:rPr b="1" lang="iw-IL" sz="1100" u="none" cap="none" strike="noStrike">
                          <a:solidFill>
                            <a:schemeClr val="dk1"/>
                          </a:solidFill>
                          <a:latin typeface="Aharoni"/>
                          <a:ea typeface="Aharoni"/>
                          <a:cs typeface="Aharoni"/>
                          <a:sym typeface="Aharoni"/>
                        </a:rPr>
                        <a:t>אל תשתמש בציוד לא תקין או לא מתאים למשימה</a:t>
                      </a:r>
                      <a:endParaRPr/>
                    </a:p>
                    <a:p>
                      <a:pPr indent="-342900" lvl="0" marL="342900" marR="0" rtl="1" algn="r">
                        <a:lnSpc>
                          <a:spcPct val="107000"/>
                        </a:lnSpc>
                        <a:spcBef>
                          <a:spcPts val="0"/>
                        </a:spcBef>
                        <a:spcAft>
                          <a:spcPts val="0"/>
                        </a:spcAft>
                        <a:buClr>
                          <a:schemeClr val="dk1"/>
                        </a:buClr>
                        <a:buSzPts val="1100"/>
                        <a:buFont typeface="Noto Sans Symbols"/>
                        <a:buChar char="∙"/>
                      </a:pPr>
                      <a:r>
                        <a:rPr b="1" lang="iw-IL" sz="1100" u="none" cap="none" strike="noStrike">
                          <a:solidFill>
                            <a:schemeClr val="dk1"/>
                          </a:solidFill>
                          <a:latin typeface="Aharoni"/>
                          <a:ea typeface="Aharoni"/>
                          <a:cs typeface="Aharoni"/>
                          <a:sym typeface="Aharoni"/>
                        </a:rPr>
                        <a:t>אל תפרק מעקה/גידור ללא אישור ממנהל העבודה</a:t>
                      </a:r>
                      <a:endParaRPr/>
                    </a:p>
                    <a:p>
                      <a:pPr indent="-342900" lvl="0" marL="342900" marR="0" rtl="1" algn="r">
                        <a:lnSpc>
                          <a:spcPct val="107000"/>
                        </a:lnSpc>
                        <a:spcBef>
                          <a:spcPts val="0"/>
                        </a:spcBef>
                        <a:spcAft>
                          <a:spcPts val="0"/>
                        </a:spcAft>
                        <a:buClr>
                          <a:schemeClr val="dk1"/>
                        </a:buClr>
                        <a:buSzPts val="1100"/>
                        <a:buFont typeface="Noto Sans Symbols"/>
                        <a:buChar char="∙"/>
                      </a:pPr>
                      <a:r>
                        <a:rPr b="1" lang="iw-IL" sz="1100" u="none" cap="none" strike="noStrike">
                          <a:solidFill>
                            <a:schemeClr val="dk1"/>
                          </a:solidFill>
                          <a:latin typeface="Aharoni"/>
                          <a:ea typeface="Aharoni"/>
                          <a:cs typeface="Aharoni"/>
                          <a:sym typeface="Aharoni"/>
                        </a:rPr>
                        <a:t>אל תזרוק חומר/ציוד יש להוריד בצורה מבקרת</a:t>
                      </a:r>
                      <a:endParaRPr/>
                    </a:p>
                    <a:p>
                      <a:pPr indent="-342900" lvl="0" marL="342900" marR="0" rtl="1" algn="r">
                        <a:lnSpc>
                          <a:spcPct val="107000"/>
                        </a:lnSpc>
                        <a:spcBef>
                          <a:spcPts val="0"/>
                        </a:spcBef>
                        <a:spcAft>
                          <a:spcPts val="0"/>
                        </a:spcAft>
                        <a:buClr>
                          <a:schemeClr val="dk1"/>
                        </a:buClr>
                        <a:buSzPts val="1100"/>
                        <a:buFont typeface="Noto Sans Symbols"/>
                        <a:buChar char="∙"/>
                      </a:pPr>
                      <a:r>
                        <a:rPr b="1" lang="iw-IL" sz="1100" u="none" cap="none" strike="noStrike">
                          <a:solidFill>
                            <a:schemeClr val="dk1"/>
                          </a:solidFill>
                          <a:latin typeface="Aharoni"/>
                          <a:ea typeface="Aharoni"/>
                          <a:cs typeface="Aharoni"/>
                          <a:sym typeface="Aharoni"/>
                        </a:rPr>
                        <a:t>אל תקפוץ /תטפס מעל פיגום או סולם</a:t>
                      </a:r>
                      <a:endParaRPr/>
                    </a:p>
                    <a:p>
                      <a:pPr indent="-342900" lvl="0" marL="342900" marR="0" rtl="1" algn="r">
                        <a:lnSpc>
                          <a:spcPct val="107000"/>
                        </a:lnSpc>
                        <a:spcBef>
                          <a:spcPts val="0"/>
                        </a:spcBef>
                        <a:spcAft>
                          <a:spcPts val="0"/>
                        </a:spcAft>
                        <a:buClr>
                          <a:schemeClr val="dk1"/>
                        </a:buClr>
                        <a:buSzPts val="1100"/>
                        <a:buFont typeface="Noto Sans Symbols"/>
                        <a:buChar char="∙"/>
                      </a:pPr>
                      <a:r>
                        <a:rPr b="1" lang="iw-IL" sz="1100" u="none" cap="none" strike="noStrike">
                          <a:solidFill>
                            <a:schemeClr val="dk1"/>
                          </a:solidFill>
                          <a:latin typeface="Aharoni"/>
                          <a:ea typeface="Aharoni"/>
                          <a:cs typeface="Aharoni"/>
                          <a:sym typeface="Aharoni"/>
                        </a:rPr>
                        <a:t>אסור להעמיס משקל מעבר למותר</a:t>
                      </a:r>
                      <a:endParaRPr/>
                    </a:p>
                    <a:p>
                      <a:pPr indent="-342900" lvl="0" marL="342900" marR="0" rtl="1" algn="r">
                        <a:lnSpc>
                          <a:spcPct val="107000"/>
                        </a:lnSpc>
                        <a:spcBef>
                          <a:spcPts val="0"/>
                        </a:spcBef>
                        <a:spcAft>
                          <a:spcPts val="0"/>
                        </a:spcAft>
                        <a:buClr>
                          <a:schemeClr val="dk1"/>
                        </a:buClr>
                        <a:buSzPts val="1100"/>
                        <a:buFont typeface="Noto Sans Symbols"/>
                        <a:buChar char="∙"/>
                      </a:pPr>
                      <a:r>
                        <a:rPr b="1" lang="iw-IL" sz="1100" u="none" cap="none" strike="noStrike">
                          <a:solidFill>
                            <a:schemeClr val="dk1"/>
                          </a:solidFill>
                          <a:latin typeface="Aharoni"/>
                          <a:ea typeface="Aharoni"/>
                          <a:cs typeface="Aharoni"/>
                          <a:sym typeface="Aharoni"/>
                        </a:rPr>
                        <a:t>אל תעבוד במקום אשר יש בו סכנת נפילה ואין אמצעי למניעת נפילה</a:t>
                      </a:r>
                      <a:endParaRPr/>
                    </a:p>
                    <a:p>
                      <a:pPr indent="-342900" lvl="0" marL="342900" marR="0" rtl="1" algn="r">
                        <a:lnSpc>
                          <a:spcPct val="107000"/>
                        </a:lnSpc>
                        <a:spcBef>
                          <a:spcPts val="0"/>
                        </a:spcBef>
                        <a:spcAft>
                          <a:spcPts val="0"/>
                        </a:spcAft>
                        <a:buClr>
                          <a:schemeClr val="dk1"/>
                        </a:buClr>
                        <a:buSzPts val="1100"/>
                        <a:buFont typeface="Noto Sans Symbols"/>
                        <a:buChar char="∙"/>
                      </a:pPr>
                      <a:r>
                        <a:rPr b="1" lang="iw-IL" sz="1100" u="none" cap="none" strike="noStrike">
                          <a:solidFill>
                            <a:schemeClr val="dk1"/>
                          </a:solidFill>
                          <a:latin typeface="Aharoni"/>
                          <a:ea typeface="Aharoni"/>
                          <a:cs typeface="Aharoni"/>
                          <a:sym typeface="Aharoni"/>
                        </a:rPr>
                        <a:t>אל תבצע עבודה אם לא ברורה לך מבחינה מקצועית ובטיחותית</a:t>
                      </a:r>
                      <a:endParaRPr/>
                    </a:p>
                    <a:p>
                      <a:pPr indent="-342900" lvl="0" marL="342900" marR="0" rtl="1" algn="r">
                        <a:lnSpc>
                          <a:spcPct val="107000"/>
                        </a:lnSpc>
                        <a:spcBef>
                          <a:spcPts val="0"/>
                        </a:spcBef>
                        <a:spcAft>
                          <a:spcPts val="0"/>
                        </a:spcAft>
                        <a:buClr>
                          <a:schemeClr val="dk1"/>
                        </a:buClr>
                        <a:buSzPts val="1100"/>
                        <a:buFont typeface="Noto Sans Symbols"/>
                        <a:buChar char="∙"/>
                      </a:pPr>
                      <a:r>
                        <a:rPr b="1" lang="iw-IL" sz="1100" u="none" cap="none" strike="noStrike">
                          <a:solidFill>
                            <a:schemeClr val="dk1"/>
                          </a:solidFill>
                          <a:latin typeface="Aharoni"/>
                          <a:ea typeface="Aharoni"/>
                          <a:cs typeface="Aharoni"/>
                          <a:sym typeface="Aharoni"/>
                        </a:rPr>
                        <a:t>אל תבצע עבודת יחיד</a:t>
                      </a:r>
                      <a:endParaRPr b="1" sz="1100" u="none" cap="none" strike="noStrike">
                        <a:solidFill>
                          <a:schemeClr val="dk1"/>
                        </a:solidFill>
                        <a:latin typeface="Aharoni"/>
                        <a:ea typeface="Aharoni"/>
                        <a:cs typeface="Aharoni"/>
                        <a:sym typeface="Aharoni"/>
                      </a:endParaRPr>
                    </a:p>
                  </a:txBody>
                  <a:tcPr marT="0" marB="0" marR="65225" marL="652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pic>
        <p:nvPicPr>
          <p:cNvPr id="161" name="Google Shape;161;p4"/>
          <p:cNvPicPr preferRelativeResize="0"/>
          <p:nvPr/>
        </p:nvPicPr>
        <p:blipFill rotWithShape="1">
          <a:blip r:embed="rId3">
            <a:alphaModFix/>
          </a:blip>
          <a:srcRect b="0" l="0" r="0" t="0"/>
          <a:stretch/>
        </p:blipFill>
        <p:spPr>
          <a:xfrm>
            <a:off x="273270" y="1488277"/>
            <a:ext cx="838317" cy="733527"/>
          </a:xfrm>
          <a:prstGeom prst="rect">
            <a:avLst/>
          </a:prstGeom>
          <a:noFill/>
          <a:ln>
            <a:noFill/>
          </a:ln>
        </p:spPr>
      </p:pic>
      <p:pic>
        <p:nvPicPr>
          <p:cNvPr id="162" name="Google Shape;162;p4"/>
          <p:cNvPicPr preferRelativeResize="0"/>
          <p:nvPr/>
        </p:nvPicPr>
        <p:blipFill rotWithShape="1">
          <a:blip r:embed="rId4">
            <a:alphaModFix/>
          </a:blip>
          <a:srcRect b="0" l="0" r="0" t="0"/>
          <a:stretch/>
        </p:blipFill>
        <p:spPr>
          <a:xfrm>
            <a:off x="101439" y="4762037"/>
            <a:ext cx="3019846" cy="809738"/>
          </a:xfrm>
          <a:prstGeom prst="rect">
            <a:avLst/>
          </a:prstGeom>
          <a:noFill/>
          <a:ln>
            <a:noFill/>
          </a:ln>
        </p:spPr>
      </p:pic>
      <p:sp>
        <p:nvSpPr>
          <p:cNvPr id="163" name="Google Shape;163;p4"/>
          <p:cNvSpPr txBox="1"/>
          <p:nvPr>
            <p:ph idx="11" type="ftr"/>
          </p:nvPr>
        </p:nvSpPr>
        <p:spPr>
          <a:xfrm>
            <a:off x="2271713" y="11300181"/>
            <a:ext cx="2314575" cy="649111"/>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iw-IL"/>
              <a:t>הוראות בטיחות לעובד</a:t>
            </a:r>
            <a:endParaRPr/>
          </a:p>
        </p:txBody>
      </p:sp>
      <p:sp>
        <p:nvSpPr>
          <p:cNvPr id="164" name="Google Shape;164;p4"/>
          <p:cNvSpPr txBox="1"/>
          <p:nvPr>
            <p:ph idx="12" type="sldNum"/>
          </p:nvPr>
        </p:nvSpPr>
        <p:spPr>
          <a:xfrm>
            <a:off x="4843463" y="11300181"/>
            <a:ext cx="1543050" cy="649111"/>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iw-IL"/>
              <a:t>‹#›</a:t>
            </a:fld>
            <a:endParaRPr/>
          </a:p>
        </p:txBody>
      </p:sp>
      <p:pic>
        <p:nvPicPr>
          <p:cNvPr id="165" name="Google Shape;165;p4"/>
          <p:cNvPicPr preferRelativeResize="0"/>
          <p:nvPr/>
        </p:nvPicPr>
        <p:blipFill rotWithShape="1">
          <a:blip r:embed="rId5">
            <a:alphaModFix/>
          </a:blip>
          <a:srcRect b="0" l="0" r="0" t="0"/>
          <a:stretch/>
        </p:blipFill>
        <p:spPr>
          <a:xfrm>
            <a:off x="49097" y="0"/>
            <a:ext cx="1157316" cy="112860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ערכת נושא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ערכת נושא Office">
  <a:themeElements>
    <a:clrScheme name="ערכת נושא 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2025-10-16T08:20:51Z</dcterms:created>
  <dc:creator>Mark Bazanov</dc:creator>
</cp:coreProperties>
</file>