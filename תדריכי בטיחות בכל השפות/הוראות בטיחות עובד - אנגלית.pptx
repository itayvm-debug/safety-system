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7559675"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68">
          <p15:clr>
            <a:srgbClr val="747775"/>
          </p15:clr>
        </p15:guide>
        <p15:guide id="2" pos="2381">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 roundtripDataSignature="AMtx7mjAEaWUIQ9DfBpO1+DBwBbJCXjMc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BE5B9F-3176-4AB3-A1B5-CF93A4E41C66}">
  <a:tblStyle styleId="{4DBE5B9F-3176-4AB3-A1B5-CF93A4E41C66}" styleName="Table_0">
    <a:wholeTbl>
      <a:tcTxStyle b="off" i="off">
        <a:font>
          <a:latin typeface="Calibri"/>
          <a:ea typeface="Calibri"/>
          <a:cs typeface="Calibri"/>
        </a:font>
        <a:schemeClr val="dk1"/>
      </a:tcTxStyle>
      <a:tcStyle>
        <a:tcBdr>
          <a:left>
            <a:ln w="12700" cap="flat" cmpd="sng">
              <a:solidFill>
                <a:schemeClr val="accent4"/>
              </a:solidFill>
              <a:prstDash val="solid"/>
              <a:round/>
              <a:headEnd type="none" w="sm" len="sm"/>
              <a:tailEnd type="none" w="sm" len="sm"/>
            </a:ln>
          </a:left>
          <a:right>
            <a:ln w="12700" cap="flat" cmpd="sng">
              <a:solidFill>
                <a:schemeClr val="accent4"/>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12700"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b="off" i="off"/>
      <a:tcStyle>
        <a:tcBdr/>
        <a:fill>
          <a:solidFill>
            <a:srgbClr val="FFF4E6"/>
          </a:solidFill>
        </a:fill>
      </a:tcStyle>
    </a:band1H>
    <a:band2H>
      <a:tcTxStyle b="off" i="off"/>
      <a:tcStyle>
        <a:tcBdr/>
      </a:tcStyle>
    </a:band2H>
    <a:band1V>
      <a:tcTxStyle b="off" i="off"/>
      <a:tcStyle>
        <a:tcBdr/>
        <a:fill>
          <a:solidFill>
            <a:srgbClr val="FFF4E6"/>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accent4"/>
              </a:solidFill>
              <a:prstDash val="solid"/>
              <a:round/>
              <a:headEnd type="none" w="sm" len="sm"/>
              <a:tailEnd type="none" w="sm" len="sm"/>
            </a:ln>
          </a:top>
        </a:tcBdr>
        <a:fill>
          <a:solidFill>
            <a:schemeClr val="l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fill>
          <a:solidFill>
            <a:schemeClr val="accent4"/>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3186" y="66"/>
      </p:cViewPr>
      <p:guideLst>
        <p:guide orient="horz" pos="3368"/>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theme" Target="theme/theme1.xml"/><Relationship Id="rId4" Type="http://schemas.openxmlformats.org/officeDocument/2006/relationships/slide" Target="slides/slide3.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2: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p4: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5: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כותרת ותוכן" type="obj">
  <p:cSld name="OBJECT">
    <p:spTree>
      <p:nvGrpSpPr>
        <p:cNvPr id="1" name="Shape 11"/>
        <p:cNvGrpSpPr/>
        <p:nvPr/>
      </p:nvGrpSpPr>
      <p:grpSpPr>
        <a:xfrm>
          <a:off x="0" y="0"/>
          <a:ext cx="0" cy="0"/>
          <a:chOff x="0" y="0"/>
          <a:chExt cx="0" cy="0"/>
        </a:xfrm>
      </p:grpSpPr>
      <p:sp>
        <p:nvSpPr>
          <p:cNvPr id="12" name="Google Shape;12;p8"/>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8"/>
          <p:cNvSpPr txBox="1">
            <a:spLocks noGrp="1"/>
          </p:cNvSpPr>
          <p:nvPr>
            <p:ph type="body" idx="1"/>
          </p:nvPr>
        </p:nvSpPr>
        <p:spPr>
          <a:xfrm>
            <a:off x="519751" y="2846250"/>
            <a:ext cx="6520500" cy="67839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14" name="Google Shape;14;p8"/>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8"/>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8"/>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שקופית כותרת" type="title">
  <p:cSld name="TITLE">
    <p:spTree>
      <p:nvGrpSpPr>
        <p:cNvPr id="1" name="Shape 17"/>
        <p:cNvGrpSpPr/>
        <p:nvPr/>
      </p:nvGrpSpPr>
      <p:grpSpPr>
        <a:xfrm>
          <a:off x="0" y="0"/>
          <a:ext cx="0" cy="0"/>
          <a:chOff x="0" y="0"/>
          <a:chExt cx="0" cy="0"/>
        </a:xfrm>
      </p:grpSpPr>
      <p:sp>
        <p:nvSpPr>
          <p:cNvPr id="18" name="Google Shape;18;p9"/>
          <p:cNvSpPr txBox="1">
            <a:spLocks noGrp="1"/>
          </p:cNvSpPr>
          <p:nvPr>
            <p:ph type="ctrTitle"/>
          </p:nvPr>
        </p:nvSpPr>
        <p:spPr>
          <a:xfrm>
            <a:off x="567000" y="1749826"/>
            <a:ext cx="6426000" cy="3722400"/>
          </a:xfrm>
          <a:prstGeom prst="rect">
            <a:avLst/>
          </a:prstGeom>
          <a:noFill/>
          <a:ln>
            <a:noFill/>
          </a:ln>
        </p:spPr>
        <p:txBody>
          <a:bodyPr spcFirstLastPara="1" wrap="square" lIns="91425" tIns="45700" rIns="91425" bIns="45700" anchor="b" anchorCtr="0">
            <a:normAutofit/>
          </a:bodyPr>
          <a:lstStyle>
            <a:lvl1pPr lvl="0" algn="ctr"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9"/>
          <p:cNvSpPr txBox="1">
            <a:spLocks noGrp="1"/>
          </p:cNvSpPr>
          <p:nvPr>
            <p:ph type="subTitle" idx="1"/>
          </p:nvPr>
        </p:nvSpPr>
        <p:spPr>
          <a:xfrm>
            <a:off x="945000" y="5615776"/>
            <a:ext cx="5670000" cy="2581500"/>
          </a:xfrm>
          <a:prstGeom prst="rect">
            <a:avLst/>
          </a:prstGeom>
          <a:noFill/>
          <a:ln>
            <a:noFill/>
          </a:ln>
        </p:spPr>
        <p:txBody>
          <a:bodyPr spcFirstLastPara="1" wrap="square" lIns="91425" tIns="45700" rIns="91425" bIns="45700" anchor="t" anchorCtr="0">
            <a:normAutofit/>
          </a:bodyPr>
          <a:lstStyle>
            <a:lvl1pPr lvl="0" algn="ctr" rtl="1">
              <a:lnSpc>
                <a:spcPct val="90000"/>
              </a:lnSpc>
              <a:spcBef>
                <a:spcPts val="750"/>
              </a:spcBef>
              <a:spcAft>
                <a:spcPts val="0"/>
              </a:spcAft>
              <a:buClr>
                <a:schemeClr val="dk1"/>
              </a:buClr>
              <a:buSzPts val="1800"/>
              <a:buNone/>
              <a:defRPr sz="1800"/>
            </a:lvl1pPr>
            <a:lvl2pPr lvl="1" algn="ctr" rtl="1">
              <a:lnSpc>
                <a:spcPct val="90000"/>
              </a:lnSpc>
              <a:spcBef>
                <a:spcPts val="375"/>
              </a:spcBef>
              <a:spcAft>
                <a:spcPts val="0"/>
              </a:spcAft>
              <a:buClr>
                <a:schemeClr val="dk1"/>
              </a:buClr>
              <a:buSzPts val="1500"/>
              <a:buNone/>
              <a:defRPr sz="1500"/>
            </a:lvl2pPr>
            <a:lvl3pPr lvl="2" algn="ctr" rtl="1">
              <a:lnSpc>
                <a:spcPct val="90000"/>
              </a:lnSpc>
              <a:spcBef>
                <a:spcPts val="375"/>
              </a:spcBef>
              <a:spcAft>
                <a:spcPts val="0"/>
              </a:spcAft>
              <a:buClr>
                <a:schemeClr val="dk1"/>
              </a:buClr>
              <a:buSzPts val="1350"/>
              <a:buNone/>
              <a:defRPr sz="1350"/>
            </a:lvl3pPr>
            <a:lvl4pPr lvl="3" algn="ctr" rtl="1">
              <a:lnSpc>
                <a:spcPct val="90000"/>
              </a:lnSpc>
              <a:spcBef>
                <a:spcPts val="375"/>
              </a:spcBef>
              <a:spcAft>
                <a:spcPts val="0"/>
              </a:spcAft>
              <a:buClr>
                <a:schemeClr val="dk1"/>
              </a:buClr>
              <a:buSzPts val="1200"/>
              <a:buNone/>
              <a:defRPr sz="1200"/>
            </a:lvl4pPr>
            <a:lvl5pPr lvl="4" algn="ctr" rtl="1">
              <a:lnSpc>
                <a:spcPct val="90000"/>
              </a:lnSpc>
              <a:spcBef>
                <a:spcPts val="375"/>
              </a:spcBef>
              <a:spcAft>
                <a:spcPts val="0"/>
              </a:spcAft>
              <a:buClr>
                <a:schemeClr val="dk1"/>
              </a:buClr>
              <a:buSzPts val="1200"/>
              <a:buNone/>
              <a:defRPr sz="1200"/>
            </a:lvl5pPr>
            <a:lvl6pPr lvl="5" algn="ctr" rtl="1">
              <a:lnSpc>
                <a:spcPct val="90000"/>
              </a:lnSpc>
              <a:spcBef>
                <a:spcPts val="375"/>
              </a:spcBef>
              <a:spcAft>
                <a:spcPts val="0"/>
              </a:spcAft>
              <a:buClr>
                <a:schemeClr val="dk1"/>
              </a:buClr>
              <a:buSzPts val="1200"/>
              <a:buNone/>
              <a:defRPr sz="1200"/>
            </a:lvl6pPr>
            <a:lvl7pPr lvl="6" algn="ctr" rtl="1">
              <a:lnSpc>
                <a:spcPct val="90000"/>
              </a:lnSpc>
              <a:spcBef>
                <a:spcPts val="375"/>
              </a:spcBef>
              <a:spcAft>
                <a:spcPts val="0"/>
              </a:spcAft>
              <a:buClr>
                <a:schemeClr val="dk1"/>
              </a:buClr>
              <a:buSzPts val="1200"/>
              <a:buNone/>
              <a:defRPr sz="1200"/>
            </a:lvl7pPr>
            <a:lvl8pPr lvl="7" algn="ctr" rtl="1">
              <a:lnSpc>
                <a:spcPct val="90000"/>
              </a:lnSpc>
              <a:spcBef>
                <a:spcPts val="375"/>
              </a:spcBef>
              <a:spcAft>
                <a:spcPts val="0"/>
              </a:spcAft>
              <a:buClr>
                <a:schemeClr val="dk1"/>
              </a:buClr>
              <a:buSzPts val="1200"/>
              <a:buNone/>
              <a:defRPr sz="1200"/>
            </a:lvl8pPr>
            <a:lvl9pPr lvl="8" algn="ctr" rtl="1">
              <a:lnSpc>
                <a:spcPct val="90000"/>
              </a:lnSpc>
              <a:spcBef>
                <a:spcPts val="375"/>
              </a:spcBef>
              <a:spcAft>
                <a:spcPts val="0"/>
              </a:spcAft>
              <a:buClr>
                <a:schemeClr val="dk1"/>
              </a:buClr>
              <a:buSzPts val="1200"/>
              <a:buNone/>
              <a:defRPr sz="1200"/>
            </a:lvl9pPr>
          </a:lstStyle>
          <a:p>
            <a:endParaRPr/>
          </a:p>
        </p:txBody>
      </p:sp>
      <p:sp>
        <p:nvSpPr>
          <p:cNvPr id="20" name="Google Shape;20;p9"/>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9"/>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כותרת מקטע עליונה" type="secHead">
  <p:cSld name="SECTION_HEADER">
    <p:spTree>
      <p:nvGrpSpPr>
        <p:cNvPr id="1" name="Shape 23"/>
        <p:cNvGrpSpPr/>
        <p:nvPr/>
      </p:nvGrpSpPr>
      <p:grpSpPr>
        <a:xfrm>
          <a:off x="0" y="0"/>
          <a:ext cx="0" cy="0"/>
          <a:chOff x="0" y="0"/>
          <a:chExt cx="0" cy="0"/>
        </a:xfrm>
      </p:grpSpPr>
      <p:sp>
        <p:nvSpPr>
          <p:cNvPr id="24" name="Google Shape;24;p10"/>
          <p:cNvSpPr txBox="1">
            <a:spLocks noGrp="1"/>
          </p:cNvSpPr>
          <p:nvPr>
            <p:ph type="title"/>
          </p:nvPr>
        </p:nvSpPr>
        <p:spPr>
          <a:xfrm>
            <a:off x="515813" y="2665578"/>
            <a:ext cx="6520500" cy="44475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0"/>
          <p:cNvSpPr txBox="1">
            <a:spLocks noGrp="1"/>
          </p:cNvSpPr>
          <p:nvPr>
            <p:ph type="body" idx="1"/>
          </p:nvPr>
        </p:nvSpPr>
        <p:spPr>
          <a:xfrm>
            <a:off x="515813" y="7155228"/>
            <a:ext cx="6520500" cy="2338800"/>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800"/>
              <a:buNone/>
              <a:defRPr sz="1800">
                <a:solidFill>
                  <a:schemeClr val="dk1"/>
                </a:solidFill>
              </a:defRPr>
            </a:lvl1pPr>
            <a:lvl2pPr marL="914400" lvl="1" indent="-228600" algn="r" rtl="1">
              <a:lnSpc>
                <a:spcPct val="90000"/>
              </a:lnSpc>
              <a:spcBef>
                <a:spcPts val="375"/>
              </a:spcBef>
              <a:spcAft>
                <a:spcPts val="0"/>
              </a:spcAft>
              <a:buClr>
                <a:srgbClr val="888888"/>
              </a:buClr>
              <a:buSzPts val="1500"/>
              <a:buNone/>
              <a:defRPr sz="1500">
                <a:solidFill>
                  <a:srgbClr val="888888"/>
                </a:solidFill>
              </a:defRPr>
            </a:lvl2pPr>
            <a:lvl3pPr marL="1371600" lvl="2" indent="-228600" algn="r" rtl="1">
              <a:lnSpc>
                <a:spcPct val="90000"/>
              </a:lnSpc>
              <a:spcBef>
                <a:spcPts val="375"/>
              </a:spcBef>
              <a:spcAft>
                <a:spcPts val="0"/>
              </a:spcAft>
              <a:buClr>
                <a:srgbClr val="888888"/>
              </a:buClr>
              <a:buSzPts val="1350"/>
              <a:buNone/>
              <a:defRPr sz="1350">
                <a:solidFill>
                  <a:srgbClr val="888888"/>
                </a:solidFill>
              </a:defRPr>
            </a:lvl3pPr>
            <a:lvl4pPr marL="1828800" lvl="3" indent="-228600" algn="r" rtl="1">
              <a:lnSpc>
                <a:spcPct val="90000"/>
              </a:lnSpc>
              <a:spcBef>
                <a:spcPts val="375"/>
              </a:spcBef>
              <a:spcAft>
                <a:spcPts val="0"/>
              </a:spcAft>
              <a:buClr>
                <a:srgbClr val="888888"/>
              </a:buClr>
              <a:buSzPts val="1200"/>
              <a:buNone/>
              <a:defRPr sz="1200">
                <a:solidFill>
                  <a:srgbClr val="888888"/>
                </a:solidFill>
              </a:defRPr>
            </a:lvl4pPr>
            <a:lvl5pPr marL="2286000" lvl="4" indent="-228600" algn="r" rtl="1">
              <a:lnSpc>
                <a:spcPct val="90000"/>
              </a:lnSpc>
              <a:spcBef>
                <a:spcPts val="375"/>
              </a:spcBef>
              <a:spcAft>
                <a:spcPts val="0"/>
              </a:spcAft>
              <a:buClr>
                <a:srgbClr val="888888"/>
              </a:buClr>
              <a:buSzPts val="1200"/>
              <a:buNone/>
              <a:defRPr sz="1200">
                <a:solidFill>
                  <a:srgbClr val="888888"/>
                </a:solidFill>
              </a:defRPr>
            </a:lvl5pPr>
            <a:lvl6pPr marL="2743200" lvl="5" indent="-228600" algn="r" rtl="1">
              <a:lnSpc>
                <a:spcPct val="90000"/>
              </a:lnSpc>
              <a:spcBef>
                <a:spcPts val="375"/>
              </a:spcBef>
              <a:spcAft>
                <a:spcPts val="0"/>
              </a:spcAft>
              <a:buClr>
                <a:srgbClr val="888888"/>
              </a:buClr>
              <a:buSzPts val="1200"/>
              <a:buNone/>
              <a:defRPr sz="1200">
                <a:solidFill>
                  <a:srgbClr val="888888"/>
                </a:solidFill>
              </a:defRPr>
            </a:lvl6pPr>
            <a:lvl7pPr marL="3200400" lvl="6" indent="-228600" algn="r" rtl="1">
              <a:lnSpc>
                <a:spcPct val="90000"/>
              </a:lnSpc>
              <a:spcBef>
                <a:spcPts val="375"/>
              </a:spcBef>
              <a:spcAft>
                <a:spcPts val="0"/>
              </a:spcAft>
              <a:buClr>
                <a:srgbClr val="888888"/>
              </a:buClr>
              <a:buSzPts val="1200"/>
              <a:buNone/>
              <a:defRPr sz="1200">
                <a:solidFill>
                  <a:srgbClr val="888888"/>
                </a:solidFill>
              </a:defRPr>
            </a:lvl7pPr>
            <a:lvl8pPr marL="3657600" lvl="7" indent="-228600" algn="r" rtl="1">
              <a:lnSpc>
                <a:spcPct val="90000"/>
              </a:lnSpc>
              <a:spcBef>
                <a:spcPts val="375"/>
              </a:spcBef>
              <a:spcAft>
                <a:spcPts val="0"/>
              </a:spcAft>
              <a:buClr>
                <a:srgbClr val="888888"/>
              </a:buClr>
              <a:buSzPts val="1200"/>
              <a:buNone/>
              <a:defRPr sz="1200">
                <a:solidFill>
                  <a:srgbClr val="888888"/>
                </a:solidFill>
              </a:defRPr>
            </a:lvl8pPr>
            <a:lvl9pPr marL="4114800" lvl="8" indent="-228600" algn="r" rtl="1">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6" name="Google Shape;26;p10"/>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שני תכנים" type="twoObj">
  <p:cSld name="TWO_OBJECTS">
    <p:spTree>
      <p:nvGrpSpPr>
        <p:cNvPr id="1" name="Shape 29"/>
        <p:cNvGrpSpPr/>
        <p:nvPr/>
      </p:nvGrpSpPr>
      <p:grpSpPr>
        <a:xfrm>
          <a:off x="0" y="0"/>
          <a:ext cx="0" cy="0"/>
          <a:chOff x="0" y="0"/>
          <a:chExt cx="0" cy="0"/>
        </a:xfrm>
      </p:grpSpPr>
      <p:sp>
        <p:nvSpPr>
          <p:cNvPr id="30" name="Google Shape;30;p11"/>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1"/>
          <p:cNvSpPr txBox="1">
            <a:spLocks noGrp="1"/>
          </p:cNvSpPr>
          <p:nvPr>
            <p:ph type="body" idx="1"/>
          </p:nvPr>
        </p:nvSpPr>
        <p:spPr>
          <a:xfrm>
            <a:off x="519751" y="2846250"/>
            <a:ext cx="3213000" cy="67839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32" name="Google Shape;32;p11"/>
          <p:cNvSpPr txBox="1">
            <a:spLocks noGrp="1"/>
          </p:cNvSpPr>
          <p:nvPr>
            <p:ph type="body" idx="2"/>
          </p:nvPr>
        </p:nvSpPr>
        <p:spPr>
          <a:xfrm>
            <a:off x="3827251" y="2846250"/>
            <a:ext cx="3213000" cy="67839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33" name="Google Shape;33;p11"/>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1"/>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1"/>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השוואה" type="twoTxTwoObj">
  <p:cSld name="TWO_OBJECTS_WITH_TEXT">
    <p:spTree>
      <p:nvGrpSpPr>
        <p:cNvPr id="1" name="Shape 36"/>
        <p:cNvGrpSpPr/>
        <p:nvPr/>
      </p:nvGrpSpPr>
      <p:grpSpPr>
        <a:xfrm>
          <a:off x="0" y="0"/>
          <a:ext cx="0" cy="0"/>
          <a:chOff x="0" y="0"/>
          <a:chExt cx="0" cy="0"/>
        </a:xfrm>
      </p:grpSpPr>
      <p:sp>
        <p:nvSpPr>
          <p:cNvPr id="37" name="Google Shape;37;p12"/>
          <p:cNvSpPr txBox="1">
            <a:spLocks noGrp="1"/>
          </p:cNvSpPr>
          <p:nvPr>
            <p:ph type="title"/>
          </p:nvPr>
        </p:nvSpPr>
        <p:spPr>
          <a:xfrm>
            <a:off x="520735"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2"/>
          <p:cNvSpPr txBox="1">
            <a:spLocks noGrp="1"/>
          </p:cNvSpPr>
          <p:nvPr>
            <p:ph type="body" idx="1"/>
          </p:nvPr>
        </p:nvSpPr>
        <p:spPr>
          <a:xfrm>
            <a:off x="520735" y="2621026"/>
            <a:ext cx="3198300" cy="1284600"/>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750"/>
              </a:spcBef>
              <a:spcAft>
                <a:spcPts val="0"/>
              </a:spcAft>
              <a:buClr>
                <a:schemeClr val="dk1"/>
              </a:buClr>
              <a:buSzPts val="1800"/>
              <a:buNone/>
              <a:defRPr sz="1800" b="1"/>
            </a:lvl1pPr>
            <a:lvl2pPr marL="914400" lvl="1" indent="-228600" algn="r" rtl="1">
              <a:lnSpc>
                <a:spcPct val="90000"/>
              </a:lnSpc>
              <a:spcBef>
                <a:spcPts val="375"/>
              </a:spcBef>
              <a:spcAft>
                <a:spcPts val="0"/>
              </a:spcAft>
              <a:buClr>
                <a:schemeClr val="dk1"/>
              </a:buClr>
              <a:buSzPts val="1500"/>
              <a:buNone/>
              <a:defRPr sz="1500" b="1"/>
            </a:lvl2pPr>
            <a:lvl3pPr marL="1371600" lvl="2" indent="-228600" algn="r" rtl="1">
              <a:lnSpc>
                <a:spcPct val="90000"/>
              </a:lnSpc>
              <a:spcBef>
                <a:spcPts val="375"/>
              </a:spcBef>
              <a:spcAft>
                <a:spcPts val="0"/>
              </a:spcAft>
              <a:buClr>
                <a:schemeClr val="dk1"/>
              </a:buClr>
              <a:buSzPts val="1350"/>
              <a:buNone/>
              <a:defRPr sz="1350" b="1"/>
            </a:lvl3pPr>
            <a:lvl4pPr marL="1828800" lvl="3" indent="-228600" algn="r" rtl="1">
              <a:lnSpc>
                <a:spcPct val="90000"/>
              </a:lnSpc>
              <a:spcBef>
                <a:spcPts val="375"/>
              </a:spcBef>
              <a:spcAft>
                <a:spcPts val="0"/>
              </a:spcAft>
              <a:buClr>
                <a:schemeClr val="dk1"/>
              </a:buClr>
              <a:buSzPts val="1200"/>
              <a:buNone/>
              <a:defRPr sz="1200" b="1"/>
            </a:lvl4pPr>
            <a:lvl5pPr marL="2286000" lvl="4" indent="-228600" algn="r" rtl="1">
              <a:lnSpc>
                <a:spcPct val="90000"/>
              </a:lnSpc>
              <a:spcBef>
                <a:spcPts val="375"/>
              </a:spcBef>
              <a:spcAft>
                <a:spcPts val="0"/>
              </a:spcAft>
              <a:buClr>
                <a:schemeClr val="dk1"/>
              </a:buClr>
              <a:buSzPts val="1200"/>
              <a:buNone/>
              <a:defRPr sz="1200" b="1"/>
            </a:lvl5pPr>
            <a:lvl6pPr marL="2743200" lvl="5" indent="-228600" algn="r" rtl="1">
              <a:lnSpc>
                <a:spcPct val="90000"/>
              </a:lnSpc>
              <a:spcBef>
                <a:spcPts val="375"/>
              </a:spcBef>
              <a:spcAft>
                <a:spcPts val="0"/>
              </a:spcAft>
              <a:buClr>
                <a:schemeClr val="dk1"/>
              </a:buClr>
              <a:buSzPts val="1200"/>
              <a:buNone/>
              <a:defRPr sz="1200" b="1"/>
            </a:lvl6pPr>
            <a:lvl7pPr marL="3200400" lvl="6" indent="-228600" algn="r" rtl="1">
              <a:lnSpc>
                <a:spcPct val="90000"/>
              </a:lnSpc>
              <a:spcBef>
                <a:spcPts val="375"/>
              </a:spcBef>
              <a:spcAft>
                <a:spcPts val="0"/>
              </a:spcAft>
              <a:buClr>
                <a:schemeClr val="dk1"/>
              </a:buClr>
              <a:buSzPts val="1200"/>
              <a:buNone/>
              <a:defRPr sz="1200" b="1"/>
            </a:lvl7pPr>
            <a:lvl8pPr marL="3657600" lvl="7" indent="-228600" algn="r" rtl="1">
              <a:lnSpc>
                <a:spcPct val="90000"/>
              </a:lnSpc>
              <a:spcBef>
                <a:spcPts val="375"/>
              </a:spcBef>
              <a:spcAft>
                <a:spcPts val="0"/>
              </a:spcAft>
              <a:buClr>
                <a:schemeClr val="dk1"/>
              </a:buClr>
              <a:buSzPts val="1200"/>
              <a:buNone/>
              <a:defRPr sz="1200" b="1"/>
            </a:lvl8pPr>
            <a:lvl9pPr marL="4114800" lvl="8" indent="-228600" algn="r" rtl="1">
              <a:lnSpc>
                <a:spcPct val="90000"/>
              </a:lnSpc>
              <a:spcBef>
                <a:spcPts val="375"/>
              </a:spcBef>
              <a:spcAft>
                <a:spcPts val="0"/>
              </a:spcAft>
              <a:buClr>
                <a:schemeClr val="dk1"/>
              </a:buClr>
              <a:buSzPts val="1200"/>
              <a:buNone/>
              <a:defRPr sz="1200" b="1"/>
            </a:lvl9pPr>
          </a:lstStyle>
          <a:p>
            <a:endParaRPr/>
          </a:p>
        </p:txBody>
      </p:sp>
      <p:sp>
        <p:nvSpPr>
          <p:cNvPr id="39" name="Google Shape;39;p12"/>
          <p:cNvSpPr txBox="1">
            <a:spLocks noGrp="1"/>
          </p:cNvSpPr>
          <p:nvPr>
            <p:ph type="body" idx="2"/>
          </p:nvPr>
        </p:nvSpPr>
        <p:spPr>
          <a:xfrm>
            <a:off x="520735" y="3905550"/>
            <a:ext cx="3198300" cy="57444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40" name="Google Shape;40;p12"/>
          <p:cNvSpPr txBox="1">
            <a:spLocks noGrp="1"/>
          </p:cNvSpPr>
          <p:nvPr>
            <p:ph type="body" idx="3"/>
          </p:nvPr>
        </p:nvSpPr>
        <p:spPr>
          <a:xfrm>
            <a:off x="3827251" y="2621026"/>
            <a:ext cx="3213900" cy="1284600"/>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750"/>
              </a:spcBef>
              <a:spcAft>
                <a:spcPts val="0"/>
              </a:spcAft>
              <a:buClr>
                <a:schemeClr val="dk1"/>
              </a:buClr>
              <a:buSzPts val="1800"/>
              <a:buNone/>
              <a:defRPr sz="1800" b="1"/>
            </a:lvl1pPr>
            <a:lvl2pPr marL="914400" lvl="1" indent="-228600" algn="r" rtl="1">
              <a:lnSpc>
                <a:spcPct val="90000"/>
              </a:lnSpc>
              <a:spcBef>
                <a:spcPts val="375"/>
              </a:spcBef>
              <a:spcAft>
                <a:spcPts val="0"/>
              </a:spcAft>
              <a:buClr>
                <a:schemeClr val="dk1"/>
              </a:buClr>
              <a:buSzPts val="1500"/>
              <a:buNone/>
              <a:defRPr sz="1500" b="1"/>
            </a:lvl2pPr>
            <a:lvl3pPr marL="1371600" lvl="2" indent="-228600" algn="r" rtl="1">
              <a:lnSpc>
                <a:spcPct val="90000"/>
              </a:lnSpc>
              <a:spcBef>
                <a:spcPts val="375"/>
              </a:spcBef>
              <a:spcAft>
                <a:spcPts val="0"/>
              </a:spcAft>
              <a:buClr>
                <a:schemeClr val="dk1"/>
              </a:buClr>
              <a:buSzPts val="1350"/>
              <a:buNone/>
              <a:defRPr sz="1350" b="1"/>
            </a:lvl3pPr>
            <a:lvl4pPr marL="1828800" lvl="3" indent="-228600" algn="r" rtl="1">
              <a:lnSpc>
                <a:spcPct val="90000"/>
              </a:lnSpc>
              <a:spcBef>
                <a:spcPts val="375"/>
              </a:spcBef>
              <a:spcAft>
                <a:spcPts val="0"/>
              </a:spcAft>
              <a:buClr>
                <a:schemeClr val="dk1"/>
              </a:buClr>
              <a:buSzPts val="1200"/>
              <a:buNone/>
              <a:defRPr sz="1200" b="1"/>
            </a:lvl4pPr>
            <a:lvl5pPr marL="2286000" lvl="4" indent="-228600" algn="r" rtl="1">
              <a:lnSpc>
                <a:spcPct val="90000"/>
              </a:lnSpc>
              <a:spcBef>
                <a:spcPts val="375"/>
              </a:spcBef>
              <a:spcAft>
                <a:spcPts val="0"/>
              </a:spcAft>
              <a:buClr>
                <a:schemeClr val="dk1"/>
              </a:buClr>
              <a:buSzPts val="1200"/>
              <a:buNone/>
              <a:defRPr sz="1200" b="1"/>
            </a:lvl5pPr>
            <a:lvl6pPr marL="2743200" lvl="5" indent="-228600" algn="r" rtl="1">
              <a:lnSpc>
                <a:spcPct val="90000"/>
              </a:lnSpc>
              <a:spcBef>
                <a:spcPts val="375"/>
              </a:spcBef>
              <a:spcAft>
                <a:spcPts val="0"/>
              </a:spcAft>
              <a:buClr>
                <a:schemeClr val="dk1"/>
              </a:buClr>
              <a:buSzPts val="1200"/>
              <a:buNone/>
              <a:defRPr sz="1200" b="1"/>
            </a:lvl6pPr>
            <a:lvl7pPr marL="3200400" lvl="6" indent="-228600" algn="r" rtl="1">
              <a:lnSpc>
                <a:spcPct val="90000"/>
              </a:lnSpc>
              <a:spcBef>
                <a:spcPts val="375"/>
              </a:spcBef>
              <a:spcAft>
                <a:spcPts val="0"/>
              </a:spcAft>
              <a:buClr>
                <a:schemeClr val="dk1"/>
              </a:buClr>
              <a:buSzPts val="1200"/>
              <a:buNone/>
              <a:defRPr sz="1200" b="1"/>
            </a:lvl7pPr>
            <a:lvl8pPr marL="3657600" lvl="7" indent="-228600" algn="r" rtl="1">
              <a:lnSpc>
                <a:spcPct val="90000"/>
              </a:lnSpc>
              <a:spcBef>
                <a:spcPts val="375"/>
              </a:spcBef>
              <a:spcAft>
                <a:spcPts val="0"/>
              </a:spcAft>
              <a:buClr>
                <a:schemeClr val="dk1"/>
              </a:buClr>
              <a:buSzPts val="1200"/>
              <a:buNone/>
              <a:defRPr sz="1200" b="1"/>
            </a:lvl8pPr>
            <a:lvl9pPr marL="4114800" lvl="8" indent="-228600" algn="r" rtl="1">
              <a:lnSpc>
                <a:spcPct val="90000"/>
              </a:lnSpc>
              <a:spcBef>
                <a:spcPts val="375"/>
              </a:spcBef>
              <a:spcAft>
                <a:spcPts val="0"/>
              </a:spcAft>
              <a:buClr>
                <a:schemeClr val="dk1"/>
              </a:buClr>
              <a:buSzPts val="1200"/>
              <a:buNone/>
              <a:defRPr sz="1200" b="1"/>
            </a:lvl9pPr>
          </a:lstStyle>
          <a:p>
            <a:endParaRPr/>
          </a:p>
        </p:txBody>
      </p:sp>
      <p:sp>
        <p:nvSpPr>
          <p:cNvPr id="41" name="Google Shape;41;p12"/>
          <p:cNvSpPr txBox="1">
            <a:spLocks noGrp="1"/>
          </p:cNvSpPr>
          <p:nvPr>
            <p:ph type="body" idx="4"/>
          </p:nvPr>
        </p:nvSpPr>
        <p:spPr>
          <a:xfrm>
            <a:off x="3827251" y="3905550"/>
            <a:ext cx="3213900" cy="57444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42" name="Google Shape;42;p12"/>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2"/>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2"/>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כותרת בלבד" type="titleOnly">
  <p:cSld name="TITLE_ONLY">
    <p:spTree>
      <p:nvGrpSpPr>
        <p:cNvPr id="1" name="Shape 45"/>
        <p:cNvGrpSpPr/>
        <p:nvPr/>
      </p:nvGrpSpPr>
      <p:grpSpPr>
        <a:xfrm>
          <a:off x="0" y="0"/>
          <a:ext cx="0" cy="0"/>
          <a:chOff x="0" y="0"/>
          <a:chExt cx="0" cy="0"/>
        </a:xfrm>
      </p:grpSpPr>
      <p:sp>
        <p:nvSpPr>
          <p:cNvPr id="46" name="Google Shape;46;p13"/>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3"/>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3"/>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3"/>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ריק" type="blank">
  <p:cSld name="BLANK">
    <p:spTree>
      <p:nvGrpSpPr>
        <p:cNvPr id="1" name="Shape 50"/>
        <p:cNvGrpSpPr/>
        <p:nvPr/>
      </p:nvGrpSpPr>
      <p:grpSpPr>
        <a:xfrm>
          <a:off x="0" y="0"/>
          <a:ext cx="0" cy="0"/>
          <a:chOff x="0" y="0"/>
          <a:chExt cx="0" cy="0"/>
        </a:xfrm>
      </p:grpSpPr>
      <p:sp>
        <p:nvSpPr>
          <p:cNvPr id="51" name="Google Shape;51;p14"/>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תוכן עם כיתוב" type="objTx">
  <p:cSld name="OBJECT_WITH_CAPTION_TEXT">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520735" y="712800"/>
            <a:ext cx="2438400" cy="24948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
          <p:cNvSpPr txBox="1">
            <a:spLocks noGrp="1"/>
          </p:cNvSpPr>
          <p:nvPr>
            <p:ph type="body" idx="1"/>
          </p:nvPr>
        </p:nvSpPr>
        <p:spPr>
          <a:xfrm>
            <a:off x="3213984" y="1539452"/>
            <a:ext cx="3827400" cy="7598100"/>
          </a:xfrm>
          <a:prstGeom prst="rect">
            <a:avLst/>
          </a:prstGeom>
          <a:noFill/>
          <a:ln>
            <a:noFill/>
          </a:ln>
        </p:spPr>
        <p:txBody>
          <a:bodyPr spcFirstLastPara="1" wrap="square" lIns="91425" tIns="45700" rIns="91425" bIns="45700" anchor="t" anchorCtr="0">
            <a:normAutofit/>
          </a:bodyPr>
          <a:lstStyle>
            <a:lvl1pPr marL="457200" lvl="0" indent="-381000" algn="r" rtl="1">
              <a:lnSpc>
                <a:spcPct val="90000"/>
              </a:lnSpc>
              <a:spcBef>
                <a:spcPts val="750"/>
              </a:spcBef>
              <a:spcAft>
                <a:spcPts val="0"/>
              </a:spcAft>
              <a:buClr>
                <a:schemeClr val="dk1"/>
              </a:buClr>
              <a:buSzPts val="2400"/>
              <a:buChar char="•"/>
              <a:defRPr sz="2400"/>
            </a:lvl1pPr>
            <a:lvl2pPr marL="914400" lvl="1" indent="-361950" algn="r" rtl="1">
              <a:lnSpc>
                <a:spcPct val="90000"/>
              </a:lnSpc>
              <a:spcBef>
                <a:spcPts val="375"/>
              </a:spcBef>
              <a:spcAft>
                <a:spcPts val="0"/>
              </a:spcAft>
              <a:buClr>
                <a:schemeClr val="dk1"/>
              </a:buClr>
              <a:buSzPts val="2100"/>
              <a:buChar char="•"/>
              <a:defRPr sz="2100"/>
            </a:lvl2pPr>
            <a:lvl3pPr marL="1371600" lvl="2" indent="-342900" algn="r" rtl="1">
              <a:lnSpc>
                <a:spcPct val="90000"/>
              </a:lnSpc>
              <a:spcBef>
                <a:spcPts val="375"/>
              </a:spcBef>
              <a:spcAft>
                <a:spcPts val="0"/>
              </a:spcAft>
              <a:buClr>
                <a:schemeClr val="dk1"/>
              </a:buClr>
              <a:buSzPts val="1800"/>
              <a:buChar char="•"/>
              <a:defRPr sz="1800"/>
            </a:lvl3pPr>
            <a:lvl4pPr marL="1828800" lvl="3" indent="-323850" algn="r" rtl="1">
              <a:lnSpc>
                <a:spcPct val="90000"/>
              </a:lnSpc>
              <a:spcBef>
                <a:spcPts val="375"/>
              </a:spcBef>
              <a:spcAft>
                <a:spcPts val="0"/>
              </a:spcAft>
              <a:buClr>
                <a:schemeClr val="dk1"/>
              </a:buClr>
              <a:buSzPts val="1500"/>
              <a:buChar char="•"/>
              <a:defRPr sz="1500"/>
            </a:lvl4pPr>
            <a:lvl5pPr marL="2286000" lvl="4" indent="-323850" algn="r" rtl="1">
              <a:lnSpc>
                <a:spcPct val="90000"/>
              </a:lnSpc>
              <a:spcBef>
                <a:spcPts val="375"/>
              </a:spcBef>
              <a:spcAft>
                <a:spcPts val="0"/>
              </a:spcAft>
              <a:buClr>
                <a:schemeClr val="dk1"/>
              </a:buClr>
              <a:buSzPts val="1500"/>
              <a:buChar char="•"/>
              <a:defRPr sz="1500"/>
            </a:lvl5pPr>
            <a:lvl6pPr marL="2743200" lvl="5" indent="-323850" algn="r" rtl="1">
              <a:lnSpc>
                <a:spcPct val="90000"/>
              </a:lnSpc>
              <a:spcBef>
                <a:spcPts val="375"/>
              </a:spcBef>
              <a:spcAft>
                <a:spcPts val="0"/>
              </a:spcAft>
              <a:buClr>
                <a:schemeClr val="dk1"/>
              </a:buClr>
              <a:buSzPts val="1500"/>
              <a:buChar char="•"/>
              <a:defRPr sz="1500"/>
            </a:lvl6pPr>
            <a:lvl7pPr marL="3200400" lvl="6" indent="-323850" algn="r" rtl="1">
              <a:lnSpc>
                <a:spcPct val="90000"/>
              </a:lnSpc>
              <a:spcBef>
                <a:spcPts val="375"/>
              </a:spcBef>
              <a:spcAft>
                <a:spcPts val="0"/>
              </a:spcAft>
              <a:buClr>
                <a:schemeClr val="dk1"/>
              </a:buClr>
              <a:buSzPts val="1500"/>
              <a:buChar char="•"/>
              <a:defRPr sz="1500"/>
            </a:lvl7pPr>
            <a:lvl8pPr marL="3657600" lvl="7" indent="-323850" algn="r" rtl="1">
              <a:lnSpc>
                <a:spcPct val="90000"/>
              </a:lnSpc>
              <a:spcBef>
                <a:spcPts val="375"/>
              </a:spcBef>
              <a:spcAft>
                <a:spcPts val="0"/>
              </a:spcAft>
              <a:buClr>
                <a:schemeClr val="dk1"/>
              </a:buClr>
              <a:buSzPts val="1500"/>
              <a:buChar char="•"/>
              <a:defRPr sz="1500"/>
            </a:lvl8pPr>
            <a:lvl9pPr marL="4114800" lvl="8" indent="-323850" algn="r" rtl="1">
              <a:lnSpc>
                <a:spcPct val="90000"/>
              </a:lnSpc>
              <a:spcBef>
                <a:spcPts val="375"/>
              </a:spcBef>
              <a:spcAft>
                <a:spcPts val="0"/>
              </a:spcAft>
              <a:buClr>
                <a:schemeClr val="dk1"/>
              </a:buClr>
              <a:buSzPts val="1500"/>
              <a:buChar char="•"/>
              <a:defRPr sz="1500"/>
            </a:lvl9pPr>
          </a:lstStyle>
          <a:p>
            <a:endParaRPr/>
          </a:p>
        </p:txBody>
      </p:sp>
      <p:sp>
        <p:nvSpPr>
          <p:cNvPr id="57" name="Google Shape;57;p15"/>
          <p:cNvSpPr txBox="1">
            <a:spLocks noGrp="1"/>
          </p:cNvSpPr>
          <p:nvPr>
            <p:ph type="body" idx="2"/>
          </p:nvPr>
        </p:nvSpPr>
        <p:spPr>
          <a:xfrm>
            <a:off x="520735" y="3207600"/>
            <a:ext cx="2438400" cy="5942400"/>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200"/>
              <a:buNone/>
              <a:defRPr sz="1200"/>
            </a:lvl1pPr>
            <a:lvl2pPr marL="914400" lvl="1" indent="-228600" algn="r" rtl="1">
              <a:lnSpc>
                <a:spcPct val="90000"/>
              </a:lnSpc>
              <a:spcBef>
                <a:spcPts val="375"/>
              </a:spcBef>
              <a:spcAft>
                <a:spcPts val="0"/>
              </a:spcAft>
              <a:buClr>
                <a:schemeClr val="dk1"/>
              </a:buClr>
              <a:buSzPts val="1050"/>
              <a:buNone/>
              <a:defRPr sz="1050"/>
            </a:lvl2pPr>
            <a:lvl3pPr marL="1371600" lvl="2" indent="-228600" algn="r" rtl="1">
              <a:lnSpc>
                <a:spcPct val="90000"/>
              </a:lnSpc>
              <a:spcBef>
                <a:spcPts val="375"/>
              </a:spcBef>
              <a:spcAft>
                <a:spcPts val="0"/>
              </a:spcAft>
              <a:buClr>
                <a:schemeClr val="dk1"/>
              </a:buClr>
              <a:buSzPts val="900"/>
              <a:buNone/>
              <a:defRPr sz="900"/>
            </a:lvl3pPr>
            <a:lvl4pPr marL="1828800" lvl="3" indent="-228600" algn="r" rtl="1">
              <a:lnSpc>
                <a:spcPct val="90000"/>
              </a:lnSpc>
              <a:spcBef>
                <a:spcPts val="375"/>
              </a:spcBef>
              <a:spcAft>
                <a:spcPts val="0"/>
              </a:spcAft>
              <a:buClr>
                <a:schemeClr val="dk1"/>
              </a:buClr>
              <a:buSzPts val="750"/>
              <a:buNone/>
              <a:defRPr sz="750"/>
            </a:lvl4pPr>
            <a:lvl5pPr marL="2286000" lvl="4" indent="-228600" algn="r" rtl="1">
              <a:lnSpc>
                <a:spcPct val="90000"/>
              </a:lnSpc>
              <a:spcBef>
                <a:spcPts val="375"/>
              </a:spcBef>
              <a:spcAft>
                <a:spcPts val="0"/>
              </a:spcAft>
              <a:buClr>
                <a:schemeClr val="dk1"/>
              </a:buClr>
              <a:buSzPts val="750"/>
              <a:buNone/>
              <a:defRPr sz="750"/>
            </a:lvl5pPr>
            <a:lvl6pPr marL="2743200" lvl="5" indent="-228600" algn="r" rtl="1">
              <a:lnSpc>
                <a:spcPct val="90000"/>
              </a:lnSpc>
              <a:spcBef>
                <a:spcPts val="375"/>
              </a:spcBef>
              <a:spcAft>
                <a:spcPts val="0"/>
              </a:spcAft>
              <a:buClr>
                <a:schemeClr val="dk1"/>
              </a:buClr>
              <a:buSzPts val="750"/>
              <a:buNone/>
              <a:defRPr sz="750"/>
            </a:lvl6pPr>
            <a:lvl7pPr marL="3200400" lvl="6" indent="-228600" algn="r" rtl="1">
              <a:lnSpc>
                <a:spcPct val="90000"/>
              </a:lnSpc>
              <a:spcBef>
                <a:spcPts val="375"/>
              </a:spcBef>
              <a:spcAft>
                <a:spcPts val="0"/>
              </a:spcAft>
              <a:buClr>
                <a:schemeClr val="dk1"/>
              </a:buClr>
              <a:buSzPts val="750"/>
              <a:buNone/>
              <a:defRPr sz="750"/>
            </a:lvl7pPr>
            <a:lvl8pPr marL="3657600" lvl="7" indent="-228600" algn="r" rtl="1">
              <a:lnSpc>
                <a:spcPct val="90000"/>
              </a:lnSpc>
              <a:spcBef>
                <a:spcPts val="375"/>
              </a:spcBef>
              <a:spcAft>
                <a:spcPts val="0"/>
              </a:spcAft>
              <a:buClr>
                <a:schemeClr val="dk1"/>
              </a:buClr>
              <a:buSzPts val="750"/>
              <a:buNone/>
              <a:defRPr sz="750"/>
            </a:lvl8pPr>
            <a:lvl9pPr marL="4114800" lvl="8" indent="-228600" algn="r" rtl="1">
              <a:lnSpc>
                <a:spcPct val="90000"/>
              </a:lnSpc>
              <a:spcBef>
                <a:spcPts val="375"/>
              </a:spcBef>
              <a:spcAft>
                <a:spcPts val="0"/>
              </a:spcAft>
              <a:buClr>
                <a:schemeClr val="dk1"/>
              </a:buClr>
              <a:buSzPts val="750"/>
              <a:buNone/>
              <a:defRPr sz="750"/>
            </a:lvl9pPr>
          </a:lstStyle>
          <a:p>
            <a:endParaRPr/>
          </a:p>
        </p:txBody>
      </p:sp>
      <p:sp>
        <p:nvSpPr>
          <p:cNvPr id="58" name="Google Shape;58;p15"/>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5"/>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תמונה עם כיתוב" type="picTx">
  <p:cSld name="PICTURE_WITH_CAPTION_TEXT">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520735" y="712800"/>
            <a:ext cx="2438400" cy="24948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6"/>
          <p:cNvSpPr>
            <a:spLocks noGrp="1"/>
          </p:cNvSpPr>
          <p:nvPr>
            <p:ph type="pic" idx="2"/>
          </p:nvPr>
        </p:nvSpPr>
        <p:spPr>
          <a:xfrm>
            <a:off x="3213984" y="1539452"/>
            <a:ext cx="3827400" cy="7598100"/>
          </a:xfrm>
          <a:prstGeom prst="rect">
            <a:avLst/>
          </a:prstGeom>
          <a:noFill/>
          <a:ln>
            <a:noFill/>
          </a:ln>
        </p:spPr>
      </p:sp>
      <p:sp>
        <p:nvSpPr>
          <p:cNvPr id="64" name="Google Shape;64;p16"/>
          <p:cNvSpPr txBox="1">
            <a:spLocks noGrp="1"/>
          </p:cNvSpPr>
          <p:nvPr>
            <p:ph type="body" idx="1"/>
          </p:nvPr>
        </p:nvSpPr>
        <p:spPr>
          <a:xfrm>
            <a:off x="520735" y="3207600"/>
            <a:ext cx="2438400" cy="5942400"/>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200"/>
              <a:buNone/>
              <a:defRPr sz="1200"/>
            </a:lvl1pPr>
            <a:lvl2pPr marL="914400" lvl="1" indent="-228600" algn="r" rtl="1">
              <a:lnSpc>
                <a:spcPct val="90000"/>
              </a:lnSpc>
              <a:spcBef>
                <a:spcPts val="375"/>
              </a:spcBef>
              <a:spcAft>
                <a:spcPts val="0"/>
              </a:spcAft>
              <a:buClr>
                <a:schemeClr val="dk1"/>
              </a:buClr>
              <a:buSzPts val="1050"/>
              <a:buNone/>
              <a:defRPr sz="1050"/>
            </a:lvl2pPr>
            <a:lvl3pPr marL="1371600" lvl="2" indent="-228600" algn="r" rtl="1">
              <a:lnSpc>
                <a:spcPct val="90000"/>
              </a:lnSpc>
              <a:spcBef>
                <a:spcPts val="375"/>
              </a:spcBef>
              <a:spcAft>
                <a:spcPts val="0"/>
              </a:spcAft>
              <a:buClr>
                <a:schemeClr val="dk1"/>
              </a:buClr>
              <a:buSzPts val="900"/>
              <a:buNone/>
              <a:defRPr sz="900"/>
            </a:lvl3pPr>
            <a:lvl4pPr marL="1828800" lvl="3" indent="-228600" algn="r" rtl="1">
              <a:lnSpc>
                <a:spcPct val="90000"/>
              </a:lnSpc>
              <a:spcBef>
                <a:spcPts val="375"/>
              </a:spcBef>
              <a:spcAft>
                <a:spcPts val="0"/>
              </a:spcAft>
              <a:buClr>
                <a:schemeClr val="dk1"/>
              </a:buClr>
              <a:buSzPts val="750"/>
              <a:buNone/>
              <a:defRPr sz="750"/>
            </a:lvl4pPr>
            <a:lvl5pPr marL="2286000" lvl="4" indent="-228600" algn="r" rtl="1">
              <a:lnSpc>
                <a:spcPct val="90000"/>
              </a:lnSpc>
              <a:spcBef>
                <a:spcPts val="375"/>
              </a:spcBef>
              <a:spcAft>
                <a:spcPts val="0"/>
              </a:spcAft>
              <a:buClr>
                <a:schemeClr val="dk1"/>
              </a:buClr>
              <a:buSzPts val="750"/>
              <a:buNone/>
              <a:defRPr sz="750"/>
            </a:lvl5pPr>
            <a:lvl6pPr marL="2743200" lvl="5" indent="-228600" algn="r" rtl="1">
              <a:lnSpc>
                <a:spcPct val="90000"/>
              </a:lnSpc>
              <a:spcBef>
                <a:spcPts val="375"/>
              </a:spcBef>
              <a:spcAft>
                <a:spcPts val="0"/>
              </a:spcAft>
              <a:buClr>
                <a:schemeClr val="dk1"/>
              </a:buClr>
              <a:buSzPts val="750"/>
              <a:buNone/>
              <a:defRPr sz="750"/>
            </a:lvl6pPr>
            <a:lvl7pPr marL="3200400" lvl="6" indent="-228600" algn="r" rtl="1">
              <a:lnSpc>
                <a:spcPct val="90000"/>
              </a:lnSpc>
              <a:spcBef>
                <a:spcPts val="375"/>
              </a:spcBef>
              <a:spcAft>
                <a:spcPts val="0"/>
              </a:spcAft>
              <a:buClr>
                <a:schemeClr val="dk1"/>
              </a:buClr>
              <a:buSzPts val="750"/>
              <a:buNone/>
              <a:defRPr sz="750"/>
            </a:lvl7pPr>
            <a:lvl8pPr marL="3657600" lvl="7" indent="-228600" algn="r" rtl="1">
              <a:lnSpc>
                <a:spcPct val="90000"/>
              </a:lnSpc>
              <a:spcBef>
                <a:spcPts val="375"/>
              </a:spcBef>
              <a:spcAft>
                <a:spcPts val="0"/>
              </a:spcAft>
              <a:buClr>
                <a:schemeClr val="dk1"/>
              </a:buClr>
              <a:buSzPts val="750"/>
              <a:buNone/>
              <a:defRPr sz="750"/>
            </a:lvl8pPr>
            <a:lvl9pPr marL="4114800" lvl="8" indent="-228600" algn="r" rtl="1">
              <a:lnSpc>
                <a:spcPct val="90000"/>
              </a:lnSpc>
              <a:spcBef>
                <a:spcPts val="375"/>
              </a:spcBef>
              <a:spcAft>
                <a:spcPts val="0"/>
              </a:spcAft>
              <a:buClr>
                <a:schemeClr val="dk1"/>
              </a:buClr>
              <a:buSzPts val="750"/>
              <a:buNone/>
              <a:defRPr sz="750"/>
            </a:lvl9pPr>
          </a:lstStyle>
          <a:p>
            <a:endParaRPr/>
          </a:p>
        </p:txBody>
      </p:sp>
      <p:sp>
        <p:nvSpPr>
          <p:cNvPr id="65" name="Google Shape;65;p16"/>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6"/>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6"/>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כותרת וטקסט אנכי" type="vertTx">
  <p:cSld name="VERTICAL_TEXT">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7"/>
          <p:cNvSpPr txBox="1">
            <a:spLocks noGrp="1"/>
          </p:cNvSpPr>
          <p:nvPr>
            <p:ph type="body" idx="1"/>
          </p:nvPr>
        </p:nvSpPr>
        <p:spPr>
          <a:xfrm rot="5400000">
            <a:off x="388051" y="2977950"/>
            <a:ext cx="6783900" cy="65205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71" name="Google Shape;71;p17"/>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כותרת אנכית וטקסט" type="vertTitleAndTx">
  <p:cSld name="VERTICAL_TITLE_AND_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rot="5400000">
            <a:off x="1694701" y="4284600"/>
            <a:ext cx="9060900" cy="16302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1612724" y="2701800"/>
            <a:ext cx="9060900" cy="47958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marR="0" lvl="0" algn="l" rtl="1">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7"/>
          <p:cNvSpPr txBox="1">
            <a:spLocks noGrp="1"/>
          </p:cNvSpPr>
          <p:nvPr>
            <p:ph type="body" idx="1"/>
          </p:nvPr>
        </p:nvSpPr>
        <p:spPr>
          <a:xfrm>
            <a:off x="519751" y="2846250"/>
            <a:ext cx="6520500" cy="6783900"/>
          </a:xfrm>
          <a:prstGeom prst="rect">
            <a:avLst/>
          </a:prstGeom>
          <a:noFill/>
          <a:ln>
            <a:noFill/>
          </a:ln>
        </p:spPr>
        <p:txBody>
          <a:bodyPr spcFirstLastPara="1" wrap="square" lIns="91425" tIns="45700" rIns="91425" bIns="45700" anchor="t" anchorCtr="0">
            <a:normAutofit/>
          </a:bodyPr>
          <a:lstStyle>
            <a:lvl1pPr marL="457200" marR="0" lvl="0" indent="-361950" algn="r" rtl="1">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r" rtl="1">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r" rtl="1">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 name="Google Shape;8;p7"/>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7"/>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7"/>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a:stretch/>
        </p:blipFill>
        <p:spPr>
          <a:xfrm>
            <a:off x="54123" y="0"/>
            <a:ext cx="837417" cy="780760"/>
          </a:xfrm>
          <a:prstGeom prst="rect">
            <a:avLst/>
          </a:prstGeom>
          <a:noFill/>
          <a:ln>
            <a:noFill/>
          </a:ln>
        </p:spPr>
      </p:pic>
      <p:sp>
        <p:nvSpPr>
          <p:cNvPr id="85" name="Google Shape;85;p1"/>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160"/>
              <a:buFont typeface="Aharoni"/>
              <a:buNone/>
            </a:pPr>
            <a:r>
              <a:rPr lang="iw" sz="1600" b="1" u="sng">
                <a:latin typeface="Aharoni"/>
                <a:ea typeface="Aharoni"/>
                <a:cs typeface="Aharoni"/>
                <a:sym typeface="Aharoni"/>
              </a:rPr>
              <a:t>Summary of safety training and safety instructions for working on a construction site</a:t>
            </a:r>
            <a:endParaRPr sz="2000"/>
          </a:p>
        </p:txBody>
      </p:sp>
      <p:sp>
        <p:nvSpPr>
          <p:cNvPr id="86" name="Google Shape;86;p1"/>
          <p:cNvSpPr txBox="1">
            <a:spLocks noGrp="1"/>
          </p:cNvSpPr>
          <p:nvPr>
            <p:ph type="body" idx="1"/>
          </p:nvPr>
        </p:nvSpPr>
        <p:spPr>
          <a:xfrm>
            <a:off x="0" y="1429726"/>
            <a:ext cx="7560000" cy="491100"/>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dk1"/>
              </a:buClr>
              <a:buSzPts val="2800"/>
              <a:buNone/>
            </a:pPr>
            <a:r>
              <a:rPr lang="iw" sz="2000" u="sng">
                <a:latin typeface="Aharoni"/>
                <a:ea typeface="Aharoni"/>
                <a:cs typeface="Aharoni"/>
                <a:sym typeface="Aharoni"/>
              </a:rPr>
              <a:t>Personal Protective Equipment</a:t>
            </a:r>
            <a:endParaRPr sz="1800"/>
          </a:p>
        </p:txBody>
      </p:sp>
      <p:graphicFrame>
        <p:nvGraphicFramePr>
          <p:cNvPr id="87" name="Google Shape;87;p1"/>
          <p:cNvGraphicFramePr/>
          <p:nvPr/>
        </p:nvGraphicFramePr>
        <p:xfrm>
          <a:off x="157937" y="2694550"/>
          <a:ext cx="7244150" cy="2875725"/>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Physiological injuries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Limb and eye injuries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Health damage</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Failure to use personal protective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Failure to inspect personal protective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Improper use of personal protective equipment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Each employee will be equipped with standard work shoes, a protective helmet and a reflective vest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 addition, the employee will use additional personal protective equipment according to the type of work and in accordance with the Personal Protective Equipment Law, manufacturer's instructions. For any inquiries regarding this matter, contact the Ministry of Defense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If the equipment is not in good condition, replace it immediately</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My signature on this document constitutes a commitment to use personal protective equipment and to act according to the briefing I received</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88" name="Google Shape;88;p1"/>
          <p:cNvPicPr preferRelativeResize="0"/>
          <p:nvPr/>
        </p:nvPicPr>
        <p:blipFill rotWithShape="1">
          <a:blip r:embed="rId4">
            <a:alphaModFix/>
          </a:blip>
          <a:srcRect r="74905"/>
          <a:stretch/>
        </p:blipFill>
        <p:spPr>
          <a:xfrm>
            <a:off x="223818" y="1346631"/>
            <a:ext cx="959266" cy="701761"/>
          </a:xfrm>
          <a:prstGeom prst="rect">
            <a:avLst/>
          </a:prstGeom>
          <a:noFill/>
          <a:ln>
            <a:noFill/>
          </a:ln>
        </p:spPr>
      </p:pic>
      <p:pic>
        <p:nvPicPr>
          <p:cNvPr id="89" name="Google Shape;89;p1"/>
          <p:cNvPicPr preferRelativeResize="0"/>
          <p:nvPr/>
        </p:nvPicPr>
        <p:blipFill rotWithShape="1">
          <a:blip r:embed="rId4">
            <a:alphaModFix/>
          </a:blip>
          <a:srcRect l="36083" r="33518"/>
          <a:stretch/>
        </p:blipFill>
        <p:spPr>
          <a:xfrm>
            <a:off x="1329904" y="1346631"/>
            <a:ext cx="1162000" cy="701761"/>
          </a:xfrm>
          <a:prstGeom prst="rect">
            <a:avLst/>
          </a:prstGeom>
          <a:noFill/>
          <a:ln>
            <a:noFill/>
          </a:ln>
        </p:spPr>
      </p:pic>
      <p:pic>
        <p:nvPicPr>
          <p:cNvPr id="90" name="Google Shape;90;p1"/>
          <p:cNvPicPr preferRelativeResize="0"/>
          <p:nvPr/>
        </p:nvPicPr>
        <p:blipFill rotWithShape="1">
          <a:blip r:embed="rId4">
            <a:alphaModFix/>
          </a:blip>
          <a:srcRect l="75636"/>
          <a:stretch/>
        </p:blipFill>
        <p:spPr>
          <a:xfrm>
            <a:off x="2558632" y="1346631"/>
            <a:ext cx="931267" cy="701761"/>
          </a:xfrm>
          <a:prstGeom prst="rect">
            <a:avLst/>
          </a:prstGeom>
          <a:noFill/>
          <a:ln>
            <a:noFill/>
          </a:ln>
        </p:spPr>
      </p:pic>
      <p:sp>
        <p:nvSpPr>
          <p:cNvPr id="91" name="Google Shape;91;p1"/>
          <p:cNvSpPr txBox="1"/>
          <p:nvPr/>
        </p:nvSpPr>
        <p:spPr>
          <a:xfrm>
            <a:off x="167903" y="2056468"/>
            <a:ext cx="1161900" cy="3663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155"/>
              <a:buFont typeface="Arial"/>
              <a:buNone/>
            </a:pPr>
            <a:r>
              <a:rPr lang="iw" sz="1155" b="1" i="0" u="none" strike="noStrike" cap="none">
                <a:solidFill>
                  <a:schemeClr val="dk1"/>
                </a:solidFill>
                <a:latin typeface="Aharoni"/>
                <a:ea typeface="Aharoni"/>
                <a:cs typeface="Aharoni"/>
                <a:sym typeface="Aharoni"/>
              </a:rPr>
              <a:t>Goggles are a must!</a:t>
            </a:r>
            <a:endParaRPr sz="770" b="0" i="0" u="none" strike="noStrike" cap="none">
              <a:solidFill>
                <a:srgbClr val="000000"/>
              </a:solidFill>
              <a:latin typeface="Arial"/>
              <a:ea typeface="Arial"/>
              <a:cs typeface="Arial"/>
              <a:sym typeface="Arial"/>
            </a:endParaRPr>
          </a:p>
        </p:txBody>
      </p:sp>
      <p:sp>
        <p:nvSpPr>
          <p:cNvPr id="92" name="Google Shape;92;p1"/>
          <p:cNvSpPr txBox="1"/>
          <p:nvPr/>
        </p:nvSpPr>
        <p:spPr>
          <a:xfrm>
            <a:off x="1329904" y="2048391"/>
            <a:ext cx="1161900" cy="356400"/>
          </a:xfrm>
          <a:prstGeom prst="rect">
            <a:avLst/>
          </a:prstGeom>
          <a:noFill/>
          <a:ln>
            <a:noFill/>
          </a:ln>
        </p:spPr>
        <p:txBody>
          <a:bodyPr spcFirstLastPara="1" wrap="square" lIns="91425" tIns="45700" rIns="91425" bIns="45700" anchor="t" anchorCtr="0">
            <a:noAutofit/>
          </a:bodyPr>
          <a:lstStyle/>
          <a:p>
            <a:pPr marL="0" marR="0" lvl="0" indent="0" algn="ctr" rtl="1">
              <a:lnSpc>
                <a:spcPct val="70000"/>
              </a:lnSpc>
              <a:spcBef>
                <a:spcPts val="0"/>
              </a:spcBef>
              <a:spcAft>
                <a:spcPts val="0"/>
              </a:spcAft>
              <a:buClr>
                <a:schemeClr val="dk1"/>
              </a:buClr>
              <a:buSzPts val="1155"/>
              <a:buFont typeface="Arial"/>
              <a:buNone/>
            </a:pPr>
            <a:r>
              <a:rPr lang="iw" sz="1155" b="1" i="0" u="none" strike="noStrike" cap="none">
                <a:solidFill>
                  <a:schemeClr val="dk1"/>
                </a:solidFill>
                <a:latin typeface="Aharoni"/>
                <a:ea typeface="Aharoni"/>
                <a:cs typeface="Aharoni"/>
                <a:sym typeface="Aharoni"/>
              </a:rPr>
              <a:t>Wearing a protective helmet is mandatory</a:t>
            </a:r>
            <a:endParaRPr sz="770" b="0" i="0" u="none" strike="noStrike" cap="none">
              <a:solidFill>
                <a:srgbClr val="000000"/>
              </a:solidFill>
              <a:latin typeface="Arial"/>
              <a:ea typeface="Arial"/>
              <a:cs typeface="Arial"/>
              <a:sym typeface="Arial"/>
            </a:endParaRPr>
          </a:p>
        </p:txBody>
      </p:sp>
      <p:sp>
        <p:nvSpPr>
          <p:cNvPr id="93" name="Google Shape;93;p1"/>
          <p:cNvSpPr txBox="1"/>
          <p:nvPr/>
        </p:nvSpPr>
        <p:spPr>
          <a:xfrm>
            <a:off x="2415797" y="2056468"/>
            <a:ext cx="1161900" cy="356400"/>
          </a:xfrm>
          <a:prstGeom prst="rect">
            <a:avLst/>
          </a:prstGeom>
          <a:noFill/>
          <a:ln>
            <a:noFill/>
          </a:ln>
        </p:spPr>
        <p:txBody>
          <a:bodyPr spcFirstLastPara="1" wrap="square" lIns="91425" tIns="45700" rIns="91425" bIns="45700" anchor="t" anchorCtr="0">
            <a:noAutofit/>
          </a:bodyPr>
          <a:lstStyle/>
          <a:p>
            <a:pPr marL="0" marR="0" lvl="0" indent="0" algn="ctr" rtl="1">
              <a:lnSpc>
                <a:spcPct val="70000"/>
              </a:lnSpc>
              <a:spcBef>
                <a:spcPts val="0"/>
              </a:spcBef>
              <a:spcAft>
                <a:spcPts val="0"/>
              </a:spcAft>
              <a:buClr>
                <a:schemeClr val="dk1"/>
              </a:buClr>
              <a:buSzPts val="1155"/>
              <a:buFont typeface="Arial"/>
              <a:buNone/>
            </a:pPr>
            <a:r>
              <a:rPr lang="iw" sz="1155" b="1" i="0" u="none" strike="noStrike" cap="none">
                <a:solidFill>
                  <a:schemeClr val="dk1"/>
                </a:solidFill>
                <a:latin typeface="Aharoni"/>
                <a:ea typeface="Aharoni"/>
                <a:cs typeface="Aharoni"/>
                <a:sym typeface="Aharoni"/>
              </a:rPr>
              <a:t>Protective footwear is mandatory</a:t>
            </a:r>
            <a:endParaRPr sz="770" b="0" i="0" u="none" strike="noStrike" cap="none">
              <a:solidFill>
                <a:srgbClr val="000000"/>
              </a:solidFill>
              <a:latin typeface="Arial"/>
              <a:ea typeface="Arial"/>
              <a:cs typeface="Arial"/>
              <a:sym typeface="Arial"/>
            </a:endParaRPr>
          </a:p>
        </p:txBody>
      </p:sp>
      <p:cxnSp>
        <p:nvCxnSpPr>
          <p:cNvPr id="94" name="Google Shape;94;p1"/>
          <p:cNvCxnSpPr/>
          <p:nvPr/>
        </p:nvCxnSpPr>
        <p:spPr>
          <a:xfrm>
            <a:off x="0" y="5717573"/>
            <a:ext cx="7560000" cy="0"/>
          </a:xfrm>
          <a:prstGeom prst="straightConnector1">
            <a:avLst/>
          </a:prstGeom>
          <a:noFill/>
          <a:ln w="38100" cap="flat" cmpd="sng">
            <a:solidFill>
              <a:schemeClr val="dk1"/>
            </a:solidFill>
            <a:prstDash val="solid"/>
            <a:miter lim="800000"/>
            <a:headEnd type="none" w="sm" len="sm"/>
            <a:tailEnd type="none" w="sm" len="sm"/>
          </a:ln>
        </p:spPr>
      </p:cxnSp>
      <p:pic>
        <p:nvPicPr>
          <p:cNvPr id="95" name="Google Shape;95;p1"/>
          <p:cNvPicPr preferRelativeResize="0"/>
          <p:nvPr/>
        </p:nvPicPr>
        <p:blipFill rotWithShape="1">
          <a:blip r:embed="rId5">
            <a:alphaModFix/>
          </a:blip>
          <a:srcRect/>
          <a:stretch/>
        </p:blipFill>
        <p:spPr>
          <a:xfrm>
            <a:off x="167903" y="5995548"/>
            <a:ext cx="856972" cy="655443"/>
          </a:xfrm>
          <a:prstGeom prst="rect">
            <a:avLst/>
          </a:prstGeom>
          <a:noFill/>
          <a:ln>
            <a:noFill/>
          </a:ln>
        </p:spPr>
      </p:pic>
      <p:sp>
        <p:nvSpPr>
          <p:cNvPr id="96" name="Google Shape;96;p1"/>
          <p:cNvSpPr txBox="1"/>
          <p:nvPr/>
        </p:nvSpPr>
        <p:spPr>
          <a:xfrm>
            <a:off x="852950" y="5875137"/>
            <a:ext cx="1330200" cy="3951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Caution</a:t>
            </a:r>
            <a:endParaRPr sz="1300" b="1" i="0" u="none" strike="noStrike" cap="none">
              <a:solidFill>
                <a:srgbClr val="FF0000"/>
              </a:solidFill>
              <a:latin typeface="Aharoni"/>
              <a:ea typeface="Aharoni"/>
              <a:cs typeface="Aharoni"/>
              <a:sym typeface="Aharoni"/>
            </a:endParaRPr>
          </a:p>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Tractor in motion</a:t>
            </a:r>
            <a:endParaRPr sz="1300" b="1" i="0" u="none" strike="noStrike" cap="none">
              <a:solidFill>
                <a:srgbClr val="FF0000"/>
              </a:solidFill>
              <a:latin typeface="Aharoni"/>
              <a:ea typeface="Aharoni"/>
              <a:cs typeface="Aharoni"/>
              <a:sym typeface="Aharoni"/>
            </a:endParaRPr>
          </a:p>
        </p:txBody>
      </p:sp>
      <p:sp>
        <p:nvSpPr>
          <p:cNvPr id="97" name="Google Shape;97;p1"/>
          <p:cNvSpPr txBox="1"/>
          <p:nvPr/>
        </p:nvSpPr>
        <p:spPr>
          <a:xfrm>
            <a:off x="-4022" y="6159891"/>
            <a:ext cx="7560000" cy="4911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dk1"/>
              </a:buClr>
              <a:buSzPts val="2800"/>
              <a:buFont typeface="Arial"/>
              <a:buNone/>
            </a:pPr>
            <a:r>
              <a:rPr lang="iw" sz="2000" b="1" i="0" u="sng" strike="noStrike" cap="none">
                <a:solidFill>
                  <a:schemeClr val="dk1"/>
                </a:solidFill>
                <a:latin typeface="Aharoni"/>
                <a:ea typeface="Aharoni"/>
                <a:cs typeface="Aharoni"/>
                <a:sym typeface="Aharoni"/>
              </a:rPr>
              <a:t>Engineering Mechanical Equipment</a:t>
            </a:r>
            <a:endParaRPr sz="2000" b="0" i="0" u="none" strike="noStrike" cap="none">
              <a:solidFill>
                <a:srgbClr val="000000"/>
              </a:solidFill>
              <a:latin typeface="Arial"/>
              <a:ea typeface="Arial"/>
              <a:cs typeface="Arial"/>
              <a:sym typeface="Arial"/>
            </a:endParaRPr>
          </a:p>
        </p:txBody>
      </p:sp>
      <p:graphicFrame>
        <p:nvGraphicFramePr>
          <p:cNvPr id="98" name="Google Shape;98;p1"/>
          <p:cNvGraphicFramePr/>
          <p:nvPr/>
        </p:nvGraphicFramePr>
        <p:xfrm>
          <a:off x="157762" y="6879900"/>
          <a:ext cx="7244150" cy="2875725"/>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Run-over</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Bodily injury</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Sliding</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The broken pieces</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Operation by unauthorized / inexperienced personnel</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Injury to workers during work transition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Workers falling from engineering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Overturning of engineering mechanical equipment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Operation of engineering mechanical equipment only by licensed and experienced personnel</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Engineering mechanical equipment will have a reverse horn, headlights, luminous stripes and a checker</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When moving or working, be alert and maintain a safety distance, approach engineering mechanical equipment with eye contact with the operator</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Beware of engineering mechanical equipment that is traveling in reverse, traveling in reverse with an escort</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Maximum speed 10 km/h, boarding / disembarking from the vehicle from the designated places</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99" name="Google Shape;99;p1"/>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Employee Safety Instructions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1980"/>
              <a:buFont typeface="Aharoni"/>
              <a:buNone/>
            </a:pPr>
            <a:r>
              <a:rPr lang="iw" sz="1600" b="1" u="sng">
                <a:latin typeface="Aharoni"/>
                <a:ea typeface="Aharoni"/>
                <a:cs typeface="Aharoni"/>
                <a:sym typeface="Aharoni"/>
              </a:rPr>
              <a:t>Summary of safety training and safety instructions for working on a construction site </a:t>
            </a:r>
            <a:endParaRPr sz="2400"/>
          </a:p>
        </p:txBody>
      </p:sp>
      <p:sp>
        <p:nvSpPr>
          <p:cNvPr id="105" name="Google Shape;105;p2"/>
          <p:cNvSpPr txBox="1">
            <a:spLocks noGrp="1"/>
          </p:cNvSpPr>
          <p:nvPr>
            <p:ph type="body" idx="1"/>
          </p:nvPr>
        </p:nvSpPr>
        <p:spPr>
          <a:xfrm>
            <a:off x="-157916" y="1442952"/>
            <a:ext cx="75600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400" b="1" u="sng">
                <a:latin typeface="Aharoni"/>
                <a:ea typeface="Aharoni"/>
                <a:cs typeface="Aharoni"/>
                <a:sym typeface="Aharoni"/>
              </a:rPr>
              <a:t>Working at Height</a:t>
            </a:r>
            <a:endParaRPr sz="2000"/>
          </a:p>
        </p:txBody>
      </p:sp>
      <p:graphicFrame>
        <p:nvGraphicFramePr>
          <p:cNvPr id="106" name="Google Shape;106;p2"/>
          <p:cNvGraphicFramePr/>
          <p:nvPr/>
        </p:nvGraphicFramePr>
        <p:xfrm>
          <a:off x="157937" y="2694550"/>
          <a:ext cx="7244150" cy="4570540"/>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Falling from high levels and scaffolding</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Falling from work at height equipment such as platforms and ladders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Electric shock at height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An employee who is not qualified or skilled to perform work at height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Incorrect/incorrect/inappropriate work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No standard and safe guardrail to prevent falls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Failure at anchor point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Definition: Working at height with a risk of falling to a depth of 2 m</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No standard guardrail, tilting the human body beyond the guardrail, from work equipment height of the lifting basket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Mechanized scaffolding lifting basket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Personal protective equipment and aids for working at height: will be checked before use, work according to work at height regulations and manufacturer's instructions. Report any defect or defect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Ladders: climbing up to a meter from the top edge, walking prohibited, not for prolonged work</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Scaffolding platforms and baskets: work with the permission of the foreman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Scaffolding/work surfaces: do not disassemble parts, at least 60 cm wide, climbing/descending from ladders, do not place a ladder on the scaffold</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General: work in suitable weather and lighting conditions for work and operation of equipment, anchor point 1.5 tons, work at a height of at least two people, mandatory use of a helmet with santeria, full body harness, fall prevention/bracing security system</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7" name="Google Shape;107;p2"/>
          <p:cNvSpPr txBox="1"/>
          <p:nvPr/>
        </p:nvSpPr>
        <p:spPr>
          <a:xfrm>
            <a:off x="-7096" y="1942861"/>
            <a:ext cx="1512000" cy="5619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rgbClr val="FF0000"/>
              </a:buClr>
              <a:buSzPts val="1200"/>
              <a:buFont typeface="Arial"/>
              <a:buNone/>
            </a:pPr>
            <a:r>
              <a:rPr lang="iw" sz="1200" b="1" i="0" u="none" strike="noStrike" cap="none">
                <a:solidFill>
                  <a:schemeClr val="dk1"/>
                </a:solidFill>
                <a:latin typeface="Aharoni"/>
                <a:ea typeface="Aharoni"/>
                <a:cs typeface="Aharoni"/>
                <a:sym typeface="Aharoni"/>
              </a:rPr>
              <a:t>Damaged ladder</a:t>
            </a:r>
            <a:endParaRPr sz="1200" b="1" i="0" u="none" strike="noStrike" cap="none">
              <a:solidFill>
                <a:schemeClr val="dk1"/>
              </a:solidFill>
              <a:latin typeface="Aharoni"/>
              <a:ea typeface="Aharoni"/>
              <a:cs typeface="Aharoni"/>
              <a:sym typeface="Aharoni"/>
            </a:endParaRPr>
          </a:p>
          <a:p>
            <a:pPr marL="0" marR="0" lvl="0" indent="0" algn="ctr" rtl="1">
              <a:lnSpc>
                <a:spcPct val="90000"/>
              </a:lnSpc>
              <a:spcBef>
                <a:spcPts val="750"/>
              </a:spcBef>
              <a:spcAft>
                <a:spcPts val="0"/>
              </a:spcAft>
              <a:buClr>
                <a:srgbClr val="FF0000"/>
              </a:buClr>
              <a:buSzPts val="1200"/>
              <a:buFont typeface="Arial"/>
              <a:buNone/>
            </a:pPr>
            <a:r>
              <a:rPr lang="iw" sz="1200" b="1" i="0" u="none" strike="noStrike" cap="none">
                <a:solidFill>
                  <a:schemeClr val="dk1"/>
                </a:solidFill>
                <a:latin typeface="Aharoni"/>
                <a:ea typeface="Aharoni"/>
                <a:cs typeface="Aharoni"/>
                <a:sym typeface="Aharoni"/>
              </a:rPr>
              <a:t>Use prohibited</a:t>
            </a:r>
            <a:endParaRPr sz="1200" b="1" i="0" u="none" strike="noStrike" cap="none">
              <a:solidFill>
                <a:schemeClr val="dk1"/>
              </a:solidFill>
              <a:latin typeface="Aharoni"/>
              <a:ea typeface="Aharoni"/>
              <a:cs typeface="Aharoni"/>
              <a:sym typeface="Aharoni"/>
            </a:endParaRPr>
          </a:p>
        </p:txBody>
      </p:sp>
      <p:sp>
        <p:nvSpPr>
          <p:cNvPr id="108" name="Google Shape;108;p2"/>
          <p:cNvSpPr txBox="1"/>
          <p:nvPr/>
        </p:nvSpPr>
        <p:spPr>
          <a:xfrm>
            <a:off x="1386207" y="2034112"/>
            <a:ext cx="1161900" cy="3564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470"/>
              <a:buFont typeface="Arial"/>
              <a:buNone/>
            </a:pPr>
            <a:r>
              <a:rPr lang="iw" sz="1200" b="1" i="0" u="none" strike="noStrike" cap="none">
                <a:solidFill>
                  <a:schemeClr val="dk1"/>
                </a:solidFill>
                <a:latin typeface="Aharoni"/>
                <a:ea typeface="Aharoni"/>
                <a:cs typeface="Aharoni"/>
                <a:sym typeface="Aharoni"/>
              </a:rPr>
              <a:t>Beware of falling</a:t>
            </a:r>
            <a:endParaRPr sz="800" b="0" i="0" u="none" strike="noStrike" cap="none">
              <a:solidFill>
                <a:srgbClr val="000000"/>
              </a:solidFill>
              <a:latin typeface="Arial"/>
              <a:ea typeface="Arial"/>
              <a:cs typeface="Arial"/>
              <a:sym typeface="Arial"/>
            </a:endParaRPr>
          </a:p>
        </p:txBody>
      </p:sp>
      <p:cxnSp>
        <p:nvCxnSpPr>
          <p:cNvPr id="109" name="Google Shape;109;p2"/>
          <p:cNvCxnSpPr/>
          <p:nvPr/>
        </p:nvCxnSpPr>
        <p:spPr>
          <a:xfrm>
            <a:off x="0" y="7685171"/>
            <a:ext cx="7560000" cy="0"/>
          </a:xfrm>
          <a:prstGeom prst="straightConnector1">
            <a:avLst/>
          </a:prstGeom>
          <a:noFill/>
          <a:ln w="38100" cap="flat" cmpd="sng">
            <a:solidFill>
              <a:schemeClr val="dk1"/>
            </a:solidFill>
            <a:prstDash val="solid"/>
            <a:miter lim="800000"/>
            <a:headEnd type="none" w="sm" len="sm"/>
            <a:tailEnd type="none" w="sm" len="sm"/>
          </a:ln>
        </p:spPr>
      </p:cxnSp>
      <p:pic>
        <p:nvPicPr>
          <p:cNvPr id="110" name="Google Shape;110;p2"/>
          <p:cNvPicPr preferRelativeResize="0"/>
          <p:nvPr/>
        </p:nvPicPr>
        <p:blipFill rotWithShape="1">
          <a:blip r:embed="rId3">
            <a:alphaModFix/>
          </a:blip>
          <a:srcRect r="60080"/>
          <a:stretch/>
        </p:blipFill>
        <p:spPr>
          <a:xfrm>
            <a:off x="302451" y="1430173"/>
            <a:ext cx="892907" cy="618217"/>
          </a:xfrm>
          <a:prstGeom prst="rect">
            <a:avLst/>
          </a:prstGeom>
          <a:noFill/>
          <a:ln>
            <a:noFill/>
          </a:ln>
        </p:spPr>
      </p:pic>
      <p:pic>
        <p:nvPicPr>
          <p:cNvPr id="111" name="Google Shape;111;p2"/>
          <p:cNvPicPr preferRelativeResize="0"/>
          <p:nvPr/>
        </p:nvPicPr>
        <p:blipFill rotWithShape="1">
          <a:blip r:embed="rId3">
            <a:alphaModFix/>
          </a:blip>
          <a:srcRect l="53635"/>
          <a:stretch/>
        </p:blipFill>
        <p:spPr>
          <a:xfrm>
            <a:off x="1392299" y="1425769"/>
            <a:ext cx="1037110" cy="618217"/>
          </a:xfrm>
          <a:prstGeom prst="rect">
            <a:avLst/>
          </a:prstGeom>
          <a:noFill/>
          <a:ln>
            <a:noFill/>
          </a:ln>
        </p:spPr>
      </p:pic>
      <p:sp>
        <p:nvSpPr>
          <p:cNvPr id="112" name="Google Shape;112;p2"/>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Employee Safety Instructions</a:t>
            </a:r>
            <a:endParaRPr/>
          </a:p>
        </p:txBody>
      </p:sp>
      <p:pic>
        <p:nvPicPr>
          <p:cNvPr id="113" name="Google Shape;113;p2"/>
          <p:cNvPicPr preferRelativeResize="0"/>
          <p:nvPr/>
        </p:nvPicPr>
        <p:blipFill rotWithShape="1">
          <a:blip r:embed="rId4">
            <a:alphaModFix/>
          </a:blip>
          <a:srcRect/>
          <a:stretch/>
        </p:blipFill>
        <p:spPr>
          <a:xfrm>
            <a:off x="54123" y="-1"/>
            <a:ext cx="883137" cy="83118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graphicFrame>
        <p:nvGraphicFramePr>
          <p:cNvPr id="118" name="Google Shape;118;p3"/>
          <p:cNvGraphicFramePr/>
          <p:nvPr/>
        </p:nvGraphicFramePr>
        <p:xfrm>
          <a:off x="116253" y="2040569"/>
          <a:ext cx="7244150" cy="3723132"/>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Electric Shock</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Burns\Eye Injuries\Arc Flash Fire</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Use of faulty or incorrect electrical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Repairs by unauthorized persons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Damage to cables and electrical infrastructure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Electrical shock from live electricity</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Extension cord in a wet environment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Electrical equipment: Use according to its intended purpose and according to manufacturer's instructions, will be inspected by a certified electrician and before use, if not working properly, work must be stopped and the foreman must be notified, do not dismantle shields and guards, repairs by authorized persons, do not operate in a wet environment, the employee must be knowledgeable in operating the equipment</a:t>
                      </a:r>
                      <a:endParaRPr sz="1039" b="1"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Cables: double insulation, not on the floor or in a wet environment, industrial socket/plug, feed through a conduit, connect after deployment, disconnect before folding</a:t>
                      </a:r>
                      <a:endParaRPr sz="1039" b="1"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Electrical work: not with live voltage, under the supervision of a licensed electrician, lock the power sources and switch them off, do not perform in a wet environment and without sufficient lighting and in dangerous weather, maintain a distance of at least 5 m from an overhead network</a:t>
                      </a: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19" name="Google Shape;119;p3"/>
          <p:cNvSpPr txBox="1"/>
          <p:nvPr/>
        </p:nvSpPr>
        <p:spPr>
          <a:xfrm>
            <a:off x="147202" y="1574964"/>
            <a:ext cx="1078800" cy="395100"/>
          </a:xfrm>
          <a:prstGeom prst="rect">
            <a:avLst/>
          </a:prstGeom>
          <a:noFill/>
          <a:ln>
            <a:noFill/>
          </a:ln>
        </p:spPr>
        <p:txBody>
          <a:bodyPr spcFirstLastPara="1" wrap="square" lIns="91425" tIns="45700" rIns="91425" bIns="45700" anchor="t" anchorCtr="0">
            <a:noAutofit/>
          </a:bodyPr>
          <a:lstStyle/>
          <a:p>
            <a:pPr marL="0" marR="0" lvl="0" indent="0" algn="ctr" rtl="1">
              <a:lnSpc>
                <a:spcPct val="70000"/>
              </a:lnSpc>
              <a:spcBef>
                <a:spcPts val="750"/>
              </a:spcBef>
              <a:spcAft>
                <a:spcPts val="0"/>
              </a:spcAft>
              <a:buClr>
                <a:schemeClr val="dk1"/>
              </a:buClr>
              <a:buSzPts val="875"/>
              <a:buFont typeface="Arial"/>
              <a:buNone/>
            </a:pPr>
            <a:r>
              <a:rPr lang="iw" sz="1200" b="1" i="0" u="none" strike="noStrike" cap="none">
                <a:solidFill>
                  <a:srgbClr val="FF0000"/>
                </a:solidFill>
                <a:latin typeface="Aharoni"/>
                <a:ea typeface="Aharoni"/>
                <a:cs typeface="Aharoni"/>
                <a:sym typeface="Aharoni"/>
              </a:rPr>
              <a:t>Danger!</a:t>
            </a:r>
            <a:endParaRPr sz="1200" b="1" i="0" u="none" strike="noStrike" cap="none">
              <a:solidFill>
                <a:srgbClr val="FF0000"/>
              </a:solidFill>
              <a:latin typeface="Aharoni"/>
              <a:ea typeface="Aharoni"/>
              <a:cs typeface="Aharoni"/>
              <a:sym typeface="Aharoni"/>
            </a:endParaRPr>
          </a:p>
          <a:p>
            <a:pPr marL="0" marR="0" lvl="0" indent="0" algn="ctr" rtl="1">
              <a:lnSpc>
                <a:spcPct val="70000"/>
              </a:lnSpc>
              <a:spcBef>
                <a:spcPts val="750"/>
              </a:spcBef>
              <a:spcAft>
                <a:spcPts val="0"/>
              </a:spcAft>
              <a:buClr>
                <a:schemeClr val="dk1"/>
              </a:buClr>
              <a:buSzPts val="875"/>
              <a:buFont typeface="Arial"/>
              <a:buNone/>
            </a:pPr>
            <a:endParaRPr sz="1200" b="1" i="0" u="none" strike="noStrike" cap="none">
              <a:solidFill>
                <a:srgbClr val="FF0000"/>
              </a:solidFill>
              <a:latin typeface="Aharoni"/>
              <a:ea typeface="Aharoni"/>
              <a:cs typeface="Aharoni"/>
              <a:sym typeface="Aharoni"/>
            </a:endParaRPr>
          </a:p>
        </p:txBody>
      </p:sp>
      <p:sp>
        <p:nvSpPr>
          <p:cNvPr id="120" name="Google Shape;120;p3"/>
          <p:cNvSpPr txBox="1"/>
          <p:nvPr/>
        </p:nvSpPr>
        <p:spPr>
          <a:xfrm>
            <a:off x="-24921" y="489652"/>
            <a:ext cx="7560000" cy="490200"/>
          </a:xfrm>
          <a:prstGeom prst="rect">
            <a:avLst/>
          </a:prstGeom>
          <a:noFill/>
          <a:ln>
            <a:noFill/>
          </a:ln>
        </p:spPr>
        <p:txBody>
          <a:bodyPr spcFirstLastPara="1" wrap="square" lIns="91425" tIns="45700" rIns="91425" bIns="45700" anchor="t" anchorCtr="0">
            <a:noAutofit/>
          </a:bodyPr>
          <a:lstStyle/>
          <a:p>
            <a:pPr marL="0" marR="0" lvl="0" indent="0" algn="r" rtl="1">
              <a:lnSpc>
                <a:spcPct val="90000"/>
              </a:lnSpc>
              <a:spcBef>
                <a:spcPts val="0"/>
              </a:spcBef>
              <a:spcAft>
                <a:spcPts val="0"/>
              </a:spcAft>
              <a:buClr>
                <a:schemeClr val="dk1"/>
              </a:buClr>
              <a:buSzPts val="2800"/>
              <a:buFont typeface="Arial"/>
              <a:buNone/>
            </a:pPr>
            <a:r>
              <a:rPr lang="iw" sz="2400" b="1" i="0" u="sng" strike="noStrike" cap="none">
                <a:solidFill>
                  <a:schemeClr val="dk1"/>
                </a:solidFill>
                <a:latin typeface="Aharoni"/>
                <a:ea typeface="Aharoni"/>
                <a:cs typeface="Aharoni"/>
                <a:sym typeface="Aharoni"/>
              </a:rPr>
              <a:t>Electricity and moving electrical equipment</a:t>
            </a:r>
            <a:endParaRPr sz="1200" b="0" i="0" u="none" strike="noStrike" cap="none">
              <a:solidFill>
                <a:srgbClr val="000000"/>
              </a:solidFill>
              <a:latin typeface="Arial"/>
              <a:ea typeface="Arial"/>
              <a:cs typeface="Arial"/>
              <a:sym typeface="Arial"/>
            </a:endParaRPr>
          </a:p>
        </p:txBody>
      </p:sp>
      <p:pic>
        <p:nvPicPr>
          <p:cNvPr id="121" name="Google Shape;121;p3"/>
          <p:cNvPicPr preferRelativeResize="0"/>
          <p:nvPr/>
        </p:nvPicPr>
        <p:blipFill rotWithShape="1">
          <a:blip r:embed="rId3">
            <a:alphaModFix/>
          </a:blip>
          <a:srcRect r="54901"/>
          <a:stretch/>
        </p:blipFill>
        <p:spPr>
          <a:xfrm>
            <a:off x="228903" y="954489"/>
            <a:ext cx="966150" cy="668343"/>
          </a:xfrm>
          <a:prstGeom prst="rect">
            <a:avLst/>
          </a:prstGeom>
          <a:noFill/>
          <a:ln>
            <a:noFill/>
          </a:ln>
        </p:spPr>
      </p:pic>
      <p:pic>
        <p:nvPicPr>
          <p:cNvPr id="122" name="Google Shape;122;p3"/>
          <p:cNvPicPr preferRelativeResize="0"/>
          <p:nvPr/>
        </p:nvPicPr>
        <p:blipFill rotWithShape="1">
          <a:blip r:embed="rId3">
            <a:alphaModFix/>
          </a:blip>
          <a:srcRect l="59313"/>
          <a:stretch/>
        </p:blipFill>
        <p:spPr>
          <a:xfrm>
            <a:off x="1433153" y="954490"/>
            <a:ext cx="871649" cy="668343"/>
          </a:xfrm>
          <a:prstGeom prst="rect">
            <a:avLst/>
          </a:prstGeom>
          <a:noFill/>
          <a:ln>
            <a:noFill/>
          </a:ln>
        </p:spPr>
      </p:pic>
      <p:sp>
        <p:nvSpPr>
          <p:cNvPr id="123" name="Google Shape;123;p3"/>
          <p:cNvSpPr txBox="1"/>
          <p:nvPr/>
        </p:nvSpPr>
        <p:spPr>
          <a:xfrm>
            <a:off x="1329577" y="1546694"/>
            <a:ext cx="1078800" cy="3951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400"/>
              <a:buFont typeface="Arial"/>
              <a:buNone/>
            </a:pPr>
            <a:r>
              <a:rPr lang="iw" sz="1200" b="1" i="0" u="none" strike="noStrike" cap="none">
                <a:solidFill>
                  <a:schemeClr val="dk1"/>
                </a:solidFill>
                <a:latin typeface="Aharoni"/>
                <a:ea typeface="Aharoni"/>
                <a:cs typeface="Aharoni"/>
                <a:sym typeface="Aharoni"/>
              </a:rPr>
              <a:t>Protection is a must!</a:t>
            </a:r>
            <a:endParaRPr sz="1200" b="0" i="0" u="none" strike="noStrike" cap="none">
              <a:solidFill>
                <a:srgbClr val="000000"/>
              </a:solidFill>
              <a:latin typeface="Arial"/>
              <a:ea typeface="Arial"/>
              <a:cs typeface="Arial"/>
              <a:sym typeface="Arial"/>
            </a:endParaRPr>
          </a:p>
        </p:txBody>
      </p:sp>
      <p:pic>
        <p:nvPicPr>
          <p:cNvPr id="124" name="Google Shape;124;p3"/>
          <p:cNvPicPr preferRelativeResize="0"/>
          <p:nvPr/>
        </p:nvPicPr>
        <p:blipFill rotWithShape="1">
          <a:blip r:embed="rId4">
            <a:alphaModFix/>
          </a:blip>
          <a:srcRect/>
          <a:stretch/>
        </p:blipFill>
        <p:spPr>
          <a:xfrm>
            <a:off x="54123" y="-1"/>
            <a:ext cx="883137" cy="831189"/>
          </a:xfrm>
          <a:prstGeom prst="rect">
            <a:avLst/>
          </a:prstGeom>
          <a:noFill/>
          <a:ln>
            <a:noFill/>
          </a:ln>
        </p:spPr>
      </p:pic>
      <p:graphicFrame>
        <p:nvGraphicFramePr>
          <p:cNvPr id="125" name="Google Shape;125;p3"/>
          <p:cNvGraphicFramePr/>
          <p:nvPr/>
        </p:nvGraphicFramePr>
        <p:xfrm>
          <a:off x="157763" y="7882880"/>
          <a:ext cx="7244150" cy="2367280"/>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Body Injuries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Limb Injuries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Crushed</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Head Injuries</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Lifting Equipment/Accessories Failure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Worker Injuries from Lifted Loads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Falling Load Parts</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Lifting equipment and lifting accessories: Will be inspected by a qualified inspector and before use, will be operated by licensed and experienced operators</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Lifting work: With the approval of the foreman, fencing the lifting area, tying and guiding with shovels, do not work under a lifted load, handling a load one meter above the floor</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To prevent parts from falling: Lifting with designated tools, tying and clamping loads, working carefully and vertically</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26" name="Google Shape;126;p3"/>
          <p:cNvSpPr txBox="1"/>
          <p:nvPr/>
        </p:nvSpPr>
        <p:spPr>
          <a:xfrm>
            <a:off x="54123" y="6764412"/>
            <a:ext cx="7401913" cy="4902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Lifting work</a:t>
            </a:r>
            <a:endParaRPr sz="1400" b="0" i="0" u="none" strike="noStrike" cap="none">
              <a:solidFill>
                <a:srgbClr val="000000"/>
              </a:solidFill>
              <a:latin typeface="Arial"/>
              <a:ea typeface="Arial"/>
              <a:cs typeface="Arial"/>
              <a:sym typeface="Arial"/>
            </a:endParaRPr>
          </a:p>
        </p:txBody>
      </p:sp>
      <p:pic>
        <p:nvPicPr>
          <p:cNvPr id="127" name="Google Shape;127;p3"/>
          <p:cNvPicPr preferRelativeResize="0"/>
          <p:nvPr/>
        </p:nvPicPr>
        <p:blipFill rotWithShape="1">
          <a:blip r:embed="rId5">
            <a:alphaModFix/>
          </a:blip>
          <a:srcRect r="50000"/>
          <a:stretch/>
        </p:blipFill>
        <p:spPr>
          <a:xfrm>
            <a:off x="228903" y="6582452"/>
            <a:ext cx="955633" cy="659989"/>
          </a:xfrm>
          <a:prstGeom prst="rect">
            <a:avLst/>
          </a:prstGeom>
          <a:noFill/>
          <a:ln>
            <a:noFill/>
          </a:ln>
        </p:spPr>
      </p:pic>
      <p:pic>
        <p:nvPicPr>
          <p:cNvPr id="128" name="Google Shape;128;p3"/>
          <p:cNvPicPr preferRelativeResize="0"/>
          <p:nvPr/>
        </p:nvPicPr>
        <p:blipFill rotWithShape="1">
          <a:blip r:embed="rId5">
            <a:alphaModFix/>
          </a:blip>
          <a:srcRect l="54398"/>
          <a:stretch/>
        </p:blipFill>
        <p:spPr>
          <a:xfrm>
            <a:off x="1433265" y="6594623"/>
            <a:ext cx="871537" cy="659989"/>
          </a:xfrm>
          <a:prstGeom prst="rect">
            <a:avLst/>
          </a:prstGeom>
          <a:noFill/>
          <a:ln>
            <a:noFill/>
          </a:ln>
        </p:spPr>
      </p:pic>
      <p:sp>
        <p:nvSpPr>
          <p:cNvPr id="129" name="Google Shape;129;p3"/>
          <p:cNvSpPr txBox="1"/>
          <p:nvPr/>
        </p:nvSpPr>
        <p:spPr>
          <a:xfrm>
            <a:off x="69727" y="7221992"/>
            <a:ext cx="2519700" cy="3177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rgbClr val="FF0000"/>
              </a:buClr>
              <a:buSzPts val="1200"/>
              <a:buFont typeface="Arial"/>
              <a:buNone/>
            </a:pPr>
            <a:r>
              <a:rPr lang="iw" sz="1200" b="1" i="0" u="none" strike="noStrike" cap="none">
                <a:solidFill>
                  <a:srgbClr val="FF0000"/>
                </a:solidFill>
                <a:latin typeface="Aharoni"/>
                <a:ea typeface="Aharoni"/>
                <a:cs typeface="Aharoni"/>
                <a:sym typeface="Aharoni"/>
              </a:rPr>
              <a:t>Danger! Do not stand under a raised load</a:t>
            </a:r>
            <a:endParaRPr sz="1400" b="0" i="0" u="none" strike="noStrike" cap="none">
              <a:solidFill>
                <a:srgbClr val="000000"/>
              </a:solidFill>
              <a:latin typeface="Arial"/>
              <a:ea typeface="Arial"/>
              <a:cs typeface="Arial"/>
              <a:sym typeface="Arial"/>
            </a:endParaRPr>
          </a:p>
        </p:txBody>
      </p:sp>
      <p:cxnSp>
        <p:nvCxnSpPr>
          <p:cNvPr id="130" name="Google Shape;130;p3"/>
          <p:cNvCxnSpPr/>
          <p:nvPr/>
        </p:nvCxnSpPr>
        <p:spPr>
          <a:xfrm>
            <a:off x="0" y="6285123"/>
            <a:ext cx="7560000" cy="0"/>
          </a:xfrm>
          <a:prstGeom prst="straightConnector1">
            <a:avLst/>
          </a:prstGeom>
          <a:noFill/>
          <a:ln w="38100" cap="flat" cmpd="sng">
            <a:solidFill>
              <a:schemeClr val="dk1"/>
            </a:solidFill>
            <a:prstDash val="solid"/>
            <a:miter lim="80000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4"/>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2160"/>
              <a:buFont typeface="Aharoni"/>
              <a:buNone/>
            </a:pPr>
            <a:r>
              <a:rPr lang="iw" sz="1600" b="1" u="sng">
                <a:latin typeface="Aharoni"/>
                <a:ea typeface="Aharoni"/>
                <a:cs typeface="Aharoni"/>
                <a:sym typeface="Aharoni"/>
              </a:rPr>
              <a:t>Summary of safety training and safety instructions for working on a construction site </a:t>
            </a:r>
            <a:endParaRPr sz="2000"/>
          </a:p>
        </p:txBody>
      </p:sp>
      <p:sp>
        <p:nvSpPr>
          <p:cNvPr id="136" name="Google Shape;136;p4"/>
          <p:cNvSpPr txBox="1">
            <a:spLocks noGrp="1"/>
          </p:cNvSpPr>
          <p:nvPr>
            <p:ph type="body" idx="1"/>
          </p:nvPr>
        </p:nvSpPr>
        <p:spPr>
          <a:xfrm>
            <a:off x="38546" y="1422402"/>
            <a:ext cx="75483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800" b="1" u="sng">
                <a:latin typeface="Aharoni"/>
                <a:ea typeface="Aharoni"/>
                <a:cs typeface="Aharoni"/>
                <a:sym typeface="Aharoni"/>
              </a:rPr>
              <a:t>Excavations</a:t>
            </a:r>
            <a:endParaRPr/>
          </a:p>
        </p:txBody>
      </p:sp>
      <p:graphicFrame>
        <p:nvGraphicFramePr>
          <p:cNvPr id="137" name="Google Shape;137;p4"/>
          <p:cNvGraphicFramePr/>
          <p:nvPr/>
        </p:nvGraphicFramePr>
        <p:xfrm>
          <a:off x="169669" y="2525828"/>
          <a:ext cx="7244150" cy="3045206"/>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33100">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Injuries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Falls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collapse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Electrical shock</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Strikes</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Workers Falling in Excavation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Collapse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Infrastructure Damage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Construction Equipment Overturning</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Crawler Strikes</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shall be carried out with the approval of the foreman and after scanning infrastructure and animals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Working near infrastructure with hand tools and with caution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Ascending and descending from designated locations, excavation fencing and signage required</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according to natural slope/backfilling, taking measures to prevent collapse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width shall allow for work to be carried out, passages above excavation 60 cm</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Engineering equipment shall approach to a safe distance, workers shall not work in the vicinity of the equipment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8" name="Google Shape;138;p4"/>
          <p:cNvSpPr txBox="1"/>
          <p:nvPr/>
        </p:nvSpPr>
        <p:spPr>
          <a:xfrm>
            <a:off x="225635" y="1813209"/>
            <a:ext cx="1407000" cy="5619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Danger!</a:t>
            </a:r>
            <a:endParaRPr sz="1300" b="1" i="0" u="none" strike="noStrike" cap="none">
              <a:solidFill>
                <a:srgbClr val="FF0000"/>
              </a:solidFill>
              <a:latin typeface="Aharoni"/>
              <a:ea typeface="Aharoni"/>
              <a:cs typeface="Aharoni"/>
              <a:sym typeface="Aharoni"/>
            </a:endParaRPr>
          </a:p>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Open Channel</a:t>
            </a:r>
            <a:endParaRPr sz="1300" b="1" i="0" u="none" strike="noStrike" cap="none">
              <a:solidFill>
                <a:srgbClr val="FF0000"/>
              </a:solidFill>
              <a:latin typeface="Aharoni"/>
              <a:ea typeface="Aharoni"/>
              <a:cs typeface="Aharoni"/>
              <a:sym typeface="Aharoni"/>
            </a:endParaRPr>
          </a:p>
        </p:txBody>
      </p:sp>
      <p:cxnSp>
        <p:nvCxnSpPr>
          <p:cNvPr id="139" name="Google Shape;139;p4"/>
          <p:cNvCxnSpPr/>
          <p:nvPr/>
        </p:nvCxnSpPr>
        <p:spPr>
          <a:xfrm>
            <a:off x="0" y="5848196"/>
            <a:ext cx="7560000" cy="0"/>
          </a:xfrm>
          <a:prstGeom prst="straightConnector1">
            <a:avLst/>
          </a:prstGeom>
          <a:noFill/>
          <a:ln w="38100" cap="flat" cmpd="sng">
            <a:solidFill>
              <a:schemeClr val="dk1"/>
            </a:solidFill>
            <a:prstDash val="solid"/>
            <a:miter lim="800000"/>
            <a:headEnd type="none" w="sm" len="sm"/>
            <a:tailEnd type="none" w="sm" len="sm"/>
          </a:ln>
        </p:spPr>
      </p:cxnSp>
      <p:sp>
        <p:nvSpPr>
          <p:cNvPr id="140" name="Google Shape;140;p4"/>
          <p:cNvSpPr txBox="1"/>
          <p:nvPr/>
        </p:nvSpPr>
        <p:spPr>
          <a:xfrm>
            <a:off x="225635" y="6661859"/>
            <a:ext cx="3111827" cy="5265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iw" sz="1400" b="1" i="0" u="none" strike="noStrike" cap="none">
                <a:solidFill>
                  <a:schemeClr val="dk1"/>
                </a:solidFill>
                <a:latin typeface="Aharoni"/>
                <a:ea typeface="Aharoni"/>
                <a:cs typeface="Aharoni"/>
                <a:sym typeface="Aharoni"/>
              </a:rPr>
              <a:t>Fire, open flame and smoking are prohibited</a:t>
            </a:r>
            <a:endParaRPr sz="1400" b="0" i="0" u="none" strike="noStrike" cap="none">
              <a:solidFill>
                <a:srgbClr val="000000"/>
              </a:solidFill>
              <a:latin typeface="Arial"/>
              <a:ea typeface="Arial"/>
              <a:cs typeface="Arial"/>
              <a:sym typeface="Arial"/>
            </a:endParaRPr>
          </a:p>
        </p:txBody>
      </p:sp>
      <p:sp>
        <p:nvSpPr>
          <p:cNvPr id="141" name="Google Shape;141;p4"/>
          <p:cNvSpPr txBox="1"/>
          <p:nvPr/>
        </p:nvSpPr>
        <p:spPr>
          <a:xfrm>
            <a:off x="63421" y="6377527"/>
            <a:ext cx="7350397" cy="490200"/>
          </a:xfrm>
          <a:prstGeom prst="rect">
            <a:avLst/>
          </a:prstGeom>
          <a:noFill/>
          <a:ln>
            <a:noFill/>
          </a:ln>
        </p:spPr>
        <p:txBody>
          <a:bodyPr spcFirstLastPara="1" wrap="square" lIns="91425" tIns="45700" rIns="91425" bIns="45700" anchor="t" anchorCtr="0">
            <a:noAutofit/>
          </a:bodyPr>
          <a:lstStyle/>
          <a:p>
            <a:pPr marL="0" marR="0" lvl="0" indent="0" algn="r" rtl="1">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Hot jobs</a:t>
            </a:r>
            <a:endParaRPr sz="1400" b="0" i="0" u="none" strike="noStrike" cap="none">
              <a:solidFill>
                <a:srgbClr val="000000"/>
              </a:solidFill>
              <a:latin typeface="Arial"/>
              <a:ea typeface="Arial"/>
              <a:cs typeface="Arial"/>
              <a:sym typeface="Arial"/>
            </a:endParaRPr>
          </a:p>
        </p:txBody>
      </p:sp>
      <p:graphicFrame>
        <p:nvGraphicFramePr>
          <p:cNvPr id="142" name="Google Shape;142;p4"/>
          <p:cNvGraphicFramePr/>
          <p:nvPr/>
        </p:nvGraphicFramePr>
        <p:xfrm>
          <a:off x="150665" y="7416207"/>
          <a:ext cx="7244150" cy="2367280"/>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Eye injuries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Burns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Fire/fire</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Explosions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Electric shock</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Improper use of personal protective equipment, equipment failure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Gas cylinder explosion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Employee/equipment/environmental fires</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Hot work: After approval from the foreman, infrastructure protection, appropriate personal protective equipment, fire watch in the area during and after execution, keep flammable/combustible materials at least 10 m away, have appropriate fire extinguishing equipment, keep electrical cables away</a:t>
                      </a:r>
                      <a:endParaRPr sz="1039" b="1"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Gas cylinders: Handling by knowledgeable workers, safe transportation, fix perpendicular to the floor, use covers, keep oils away, keep away from heat sources, proper piping with standard, proper and valid safety equipment</a:t>
                      </a: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43" name="Google Shape;143;p4"/>
          <p:cNvPicPr preferRelativeResize="0"/>
          <p:nvPr/>
        </p:nvPicPr>
        <p:blipFill rotWithShape="1">
          <a:blip r:embed="rId3">
            <a:alphaModFix/>
          </a:blip>
          <a:srcRect/>
          <a:stretch/>
        </p:blipFill>
        <p:spPr>
          <a:xfrm>
            <a:off x="546061" y="1286326"/>
            <a:ext cx="868724" cy="654848"/>
          </a:xfrm>
          <a:prstGeom prst="rect">
            <a:avLst/>
          </a:prstGeom>
          <a:noFill/>
          <a:ln>
            <a:noFill/>
          </a:ln>
        </p:spPr>
      </p:pic>
      <p:pic>
        <p:nvPicPr>
          <p:cNvPr id="144" name="Google Shape;144;p4"/>
          <p:cNvPicPr preferRelativeResize="0"/>
          <p:nvPr/>
        </p:nvPicPr>
        <p:blipFill rotWithShape="1">
          <a:blip r:embed="rId4">
            <a:alphaModFix/>
          </a:blip>
          <a:srcRect/>
          <a:stretch/>
        </p:blipFill>
        <p:spPr>
          <a:xfrm>
            <a:off x="1390390" y="5923215"/>
            <a:ext cx="782315" cy="773176"/>
          </a:xfrm>
          <a:prstGeom prst="rect">
            <a:avLst/>
          </a:prstGeom>
          <a:noFill/>
          <a:ln>
            <a:noFill/>
          </a:ln>
        </p:spPr>
      </p:pic>
      <p:sp>
        <p:nvSpPr>
          <p:cNvPr id="145" name="Google Shape;145;p4"/>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Employee Safety Instructions</a:t>
            </a:r>
            <a:endParaRPr/>
          </a:p>
        </p:txBody>
      </p:sp>
      <p:pic>
        <p:nvPicPr>
          <p:cNvPr id="146" name="Google Shape;146;p4"/>
          <p:cNvPicPr preferRelativeResize="0"/>
          <p:nvPr/>
        </p:nvPicPr>
        <p:blipFill rotWithShape="1">
          <a:blip r:embed="rId5">
            <a:alphaModFix/>
          </a:blip>
          <a:srcRect/>
          <a:stretch/>
        </p:blipFill>
        <p:spPr>
          <a:xfrm>
            <a:off x="63422" y="57122"/>
            <a:ext cx="889078" cy="85120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5"/>
          <p:cNvSpPr txBox="1">
            <a:spLocks noGrp="1"/>
          </p:cNvSpPr>
          <p:nvPr>
            <p:ph type="title"/>
          </p:nvPr>
        </p:nvSpPr>
        <p:spPr>
          <a:xfrm>
            <a:off x="0" y="14766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2160"/>
              <a:buFont typeface="Aharoni"/>
              <a:buNone/>
            </a:pPr>
            <a:r>
              <a:rPr lang="iw" sz="1600" b="1" u="sng">
                <a:latin typeface="Aharoni"/>
                <a:ea typeface="Aharoni"/>
                <a:cs typeface="Aharoni"/>
                <a:sym typeface="Aharoni"/>
              </a:rPr>
              <a:t>Summary of safety training and safety instructions for working on a construction site </a:t>
            </a:r>
            <a:endParaRPr sz="2000"/>
          </a:p>
        </p:txBody>
      </p:sp>
      <p:sp>
        <p:nvSpPr>
          <p:cNvPr id="152" name="Google Shape;152;p5"/>
          <p:cNvSpPr txBox="1">
            <a:spLocks noGrp="1"/>
          </p:cNvSpPr>
          <p:nvPr>
            <p:ph type="body" idx="1"/>
          </p:nvPr>
        </p:nvSpPr>
        <p:spPr>
          <a:xfrm>
            <a:off x="11732" y="606345"/>
            <a:ext cx="75366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400" b="1" u="sng">
                <a:latin typeface="Aharoni"/>
                <a:ea typeface="Aharoni"/>
                <a:cs typeface="Aharoni"/>
                <a:sym typeface="Aharoni"/>
              </a:rPr>
              <a:t>Hazardous Materials</a:t>
            </a:r>
            <a:endParaRPr sz="2000"/>
          </a:p>
        </p:txBody>
      </p:sp>
      <p:graphicFrame>
        <p:nvGraphicFramePr>
          <p:cNvPr id="153" name="Google Shape;153;p5"/>
          <p:cNvGraphicFramePr/>
          <p:nvPr>
            <p:extLst>
              <p:ext uri="{D42A27DB-BD31-4B8C-83A1-F6EECF244321}">
                <p14:modId xmlns:p14="http://schemas.microsoft.com/office/powerpoint/2010/main" val="3513773420"/>
              </p:ext>
            </p:extLst>
          </p:nvPr>
        </p:nvGraphicFramePr>
        <p:xfrm>
          <a:off x="182110" y="1713336"/>
          <a:ext cx="7244150" cy="1462786"/>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Negative impact</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Failure/Negative Scenario</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Risk Elimination/Minimization/Prevention</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33100">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Choking/Dizziness</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Burns</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Fires/Explosions</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Occupational Diseases</a:t>
                      </a:r>
                      <a:endParaRPr sz="90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Use of substances harmful to health</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Personal protective equipment not appropriate for the hazard/improper</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Working in an unventilated area</a:t>
                      </a:r>
                      <a:endParaRPr sz="90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Use chemical materials after receiving a safety briefing in accordance with the material's safety data sheet</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Work with personal protective equipment in accordance with the material's safety data sheet</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Ventilate the workplace and keep fire away from flammable materials</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Destroy empty packaging/containers after use and do not leave in the field</a:t>
                      </a:r>
                      <a:endParaRPr sz="900" b="1" u="none" strike="noStrike" cap="none" dirty="0">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54" name="Google Shape;154;p5"/>
          <p:cNvSpPr txBox="1"/>
          <p:nvPr/>
        </p:nvSpPr>
        <p:spPr>
          <a:xfrm>
            <a:off x="-349315" y="1048961"/>
            <a:ext cx="2444397" cy="5619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chemeClr val="dk1"/>
              </a:buClr>
              <a:buSzPts val="1300"/>
              <a:buFont typeface="Arial"/>
              <a:buNone/>
            </a:pPr>
            <a:r>
              <a:rPr lang="iw" sz="1200" b="1" i="0" u="none" strike="noStrike" cap="none">
                <a:solidFill>
                  <a:srgbClr val="FF0000"/>
                </a:solidFill>
                <a:latin typeface="Aharoni"/>
                <a:ea typeface="Aharoni"/>
                <a:cs typeface="Aharoni"/>
                <a:sym typeface="Aharoni"/>
              </a:rPr>
              <a:t>Danger!</a:t>
            </a:r>
            <a:endParaRPr sz="1200" b="1" i="0" u="none" strike="noStrike" cap="none">
              <a:solidFill>
                <a:srgbClr val="FF0000"/>
              </a:solidFill>
              <a:latin typeface="Aharoni"/>
              <a:ea typeface="Aharoni"/>
              <a:cs typeface="Aharoni"/>
              <a:sym typeface="Aharoni"/>
            </a:endParaRPr>
          </a:p>
          <a:p>
            <a:pPr marL="0" marR="0" lvl="0" indent="0" algn="ctr" rtl="1">
              <a:lnSpc>
                <a:spcPct val="90000"/>
              </a:lnSpc>
              <a:spcBef>
                <a:spcPts val="750"/>
              </a:spcBef>
              <a:spcAft>
                <a:spcPts val="0"/>
              </a:spcAft>
              <a:buClr>
                <a:schemeClr val="dk1"/>
              </a:buClr>
              <a:buSzPts val="1300"/>
              <a:buFont typeface="Arial"/>
              <a:buNone/>
            </a:pPr>
            <a:r>
              <a:rPr lang="iw" sz="1200" b="1" i="0" u="none" strike="noStrike" cap="none">
                <a:solidFill>
                  <a:srgbClr val="FF0000"/>
                </a:solidFill>
                <a:latin typeface="Aharoni"/>
                <a:ea typeface="Aharoni"/>
                <a:cs typeface="Aharoni"/>
                <a:sym typeface="Aharoni"/>
              </a:rPr>
              <a:t>Hazardous Materials</a:t>
            </a:r>
            <a:endParaRPr sz="1200" b="1" i="0" u="none" strike="noStrike" cap="none">
              <a:solidFill>
                <a:srgbClr val="FF0000"/>
              </a:solidFill>
              <a:latin typeface="Aharoni"/>
              <a:ea typeface="Aharoni"/>
              <a:cs typeface="Aharoni"/>
              <a:sym typeface="Aharoni"/>
            </a:endParaRPr>
          </a:p>
        </p:txBody>
      </p:sp>
      <p:cxnSp>
        <p:nvCxnSpPr>
          <p:cNvPr id="155" name="Google Shape;155;p5"/>
          <p:cNvCxnSpPr/>
          <p:nvPr/>
        </p:nvCxnSpPr>
        <p:spPr>
          <a:xfrm>
            <a:off x="-11668" y="3279962"/>
            <a:ext cx="7560000" cy="0"/>
          </a:xfrm>
          <a:prstGeom prst="straightConnector1">
            <a:avLst/>
          </a:prstGeom>
          <a:noFill/>
          <a:ln w="38100" cap="flat" cmpd="sng">
            <a:solidFill>
              <a:schemeClr val="dk1"/>
            </a:solidFill>
            <a:prstDash val="solid"/>
            <a:miter lim="800000"/>
            <a:headEnd type="none" w="sm" len="sm"/>
            <a:tailEnd type="none" w="sm" len="sm"/>
          </a:ln>
        </p:spPr>
      </p:cxnSp>
      <p:sp>
        <p:nvSpPr>
          <p:cNvPr id="156" name="Google Shape;156;p5"/>
          <p:cNvSpPr txBox="1"/>
          <p:nvPr/>
        </p:nvSpPr>
        <p:spPr>
          <a:xfrm>
            <a:off x="-97290" y="4000164"/>
            <a:ext cx="3188400" cy="3630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1300"/>
              <a:buFont typeface="Arial"/>
              <a:buNone/>
            </a:pPr>
            <a:r>
              <a:rPr lang="iw" sz="1300" b="1" i="0" u="none" strike="noStrike" cap="none" dirty="0">
                <a:solidFill>
                  <a:schemeClr val="dk1"/>
                </a:solidFill>
                <a:latin typeface="Aharoni"/>
                <a:ea typeface="Aharoni"/>
                <a:cs typeface="Aharoni"/>
                <a:sym typeface="Aharoni"/>
              </a:rPr>
              <a:t>Proper lifting prevents a lot of suffering</a:t>
            </a:r>
            <a:endParaRPr sz="1400" b="0" i="0" u="none" strike="noStrike" cap="none" dirty="0">
              <a:solidFill>
                <a:srgbClr val="000000"/>
              </a:solidFill>
              <a:latin typeface="Arial"/>
              <a:ea typeface="Arial"/>
              <a:cs typeface="Arial"/>
              <a:sym typeface="Arial"/>
            </a:endParaRPr>
          </a:p>
        </p:txBody>
      </p:sp>
      <p:sp>
        <p:nvSpPr>
          <p:cNvPr id="157" name="Google Shape;157;p5"/>
          <p:cNvSpPr txBox="1"/>
          <p:nvPr/>
        </p:nvSpPr>
        <p:spPr>
          <a:xfrm>
            <a:off x="2909657" y="3534172"/>
            <a:ext cx="4638675" cy="5526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General Safety Guidelines</a:t>
            </a:r>
            <a:endParaRPr sz="1400" b="0" i="0" u="none" strike="noStrike" cap="none">
              <a:solidFill>
                <a:srgbClr val="000000"/>
              </a:solidFill>
              <a:latin typeface="Arial"/>
              <a:ea typeface="Arial"/>
              <a:cs typeface="Arial"/>
              <a:sym typeface="Arial"/>
            </a:endParaRPr>
          </a:p>
        </p:txBody>
      </p:sp>
      <p:graphicFrame>
        <p:nvGraphicFramePr>
          <p:cNvPr id="158" name="Google Shape;158;p5"/>
          <p:cNvGraphicFramePr/>
          <p:nvPr>
            <p:extLst>
              <p:ext uri="{D42A27DB-BD31-4B8C-83A1-F6EECF244321}">
                <p14:modId xmlns:p14="http://schemas.microsoft.com/office/powerpoint/2010/main" val="3193030623"/>
              </p:ext>
            </p:extLst>
          </p:nvPr>
        </p:nvGraphicFramePr>
        <p:xfrm>
          <a:off x="157787" y="4415231"/>
          <a:ext cx="7244100" cy="2783523"/>
        </p:xfrm>
        <a:graphic>
          <a:graphicData uri="http://schemas.openxmlformats.org/drawingml/2006/table">
            <a:tbl>
              <a:tblPr firstRow="1" firstCol="1" bandRow="1">
                <a:noFill/>
                <a:tableStyleId>{4DBE5B9F-3176-4AB3-A1B5-CF93A4E41C66}</a:tableStyleId>
              </a:tblPr>
              <a:tblGrid>
                <a:gridCol w="3605650">
                  <a:extLst>
                    <a:ext uri="{9D8B030D-6E8A-4147-A177-3AD203B41FA5}">
                      <a16:colId xmlns:a16="http://schemas.microsoft.com/office/drawing/2014/main" val="20000"/>
                    </a:ext>
                  </a:extLst>
                </a:gridCol>
                <a:gridCol w="3638450">
                  <a:extLst>
                    <a:ext uri="{9D8B030D-6E8A-4147-A177-3AD203B41FA5}">
                      <a16:colId xmlns:a16="http://schemas.microsoft.com/office/drawing/2014/main" val="20001"/>
                    </a:ext>
                  </a:extLst>
                </a:gridCol>
              </a:tblGrid>
              <a:tr h="129450">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Do</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Don't</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Enter the site through the designated entrances and beware of engineering equipment</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Behave according to the warning signs on the site</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Lifting equipment and materials close to the body and not more than 25 kg</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Start lifting by bending your knees, use an additional worker</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Cover openings and pits to prevent workers from falling</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Report any defect, danger, hazard/dangerous incident/accident to the Safety and Health Department</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Consult the Safety and Health Department Safety Supervisor on any work that is unclear to you</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Remain on site as long as a foreman is on site</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Do not perform work above or below other workers</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If first aid is needed, contact the foreman</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Ensure sufficient lighting to perform the work safely</a:t>
                      </a:r>
                      <a:endParaRPr sz="90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use the phone while walking or performing a task</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repair/operate equipment that you are not familiar with</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intentionally perform an action that could cause harm to you or others</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use equipment that is not working properly or is not suitable for the task</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dismantle a railing/fencing without permission from the foreman</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throw material/equipment. It must be lowered in a controlled manner</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jump/climb over a scaffold or ladder</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load more than the permitted weight</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work in a place where there is a risk of falling and there is no means of preventing falling</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perform work if it is not clear to you from a professional and safety perspective</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perform work alone</a:t>
                      </a:r>
                      <a:endParaRPr sz="900" b="1" u="none" strike="noStrike" cap="none" dirty="0">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59" name="Google Shape;159;p5"/>
          <p:cNvPicPr preferRelativeResize="0"/>
          <p:nvPr/>
        </p:nvPicPr>
        <p:blipFill rotWithShape="1">
          <a:blip r:embed="rId3">
            <a:alphaModFix/>
          </a:blip>
          <a:srcRect/>
          <a:stretch/>
        </p:blipFill>
        <p:spPr>
          <a:xfrm>
            <a:off x="440942" y="457146"/>
            <a:ext cx="863885" cy="701416"/>
          </a:xfrm>
          <a:prstGeom prst="rect">
            <a:avLst/>
          </a:prstGeom>
          <a:noFill/>
          <a:ln>
            <a:noFill/>
          </a:ln>
        </p:spPr>
      </p:pic>
      <p:pic>
        <p:nvPicPr>
          <p:cNvPr id="160" name="Google Shape;160;p5"/>
          <p:cNvPicPr preferRelativeResize="0"/>
          <p:nvPr/>
        </p:nvPicPr>
        <p:blipFill rotWithShape="1">
          <a:blip r:embed="rId4">
            <a:alphaModFix/>
          </a:blip>
          <a:srcRect/>
          <a:stretch/>
        </p:blipFill>
        <p:spPr>
          <a:xfrm>
            <a:off x="403471" y="3324760"/>
            <a:ext cx="2186877" cy="704215"/>
          </a:xfrm>
          <a:prstGeom prst="rect">
            <a:avLst/>
          </a:prstGeom>
          <a:noFill/>
          <a:ln>
            <a:noFill/>
          </a:ln>
        </p:spPr>
      </p:pic>
      <p:sp>
        <p:nvSpPr>
          <p:cNvPr id="161" name="Google Shape;161;p5"/>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Employee Safety Instructions</a:t>
            </a:r>
            <a:endParaRPr/>
          </a:p>
        </p:txBody>
      </p:sp>
      <p:pic>
        <p:nvPicPr>
          <p:cNvPr id="162" name="Google Shape;162;p5"/>
          <p:cNvPicPr preferRelativeResize="0"/>
          <p:nvPr/>
        </p:nvPicPr>
        <p:blipFill rotWithShape="1">
          <a:blip r:embed="rId5">
            <a:alphaModFix/>
          </a:blip>
          <a:srcRect/>
          <a:stretch/>
        </p:blipFill>
        <p:spPr>
          <a:xfrm>
            <a:off x="330250" y="9501632"/>
            <a:ext cx="974577" cy="816541"/>
          </a:xfrm>
          <a:prstGeom prst="rect">
            <a:avLst/>
          </a:prstGeom>
          <a:noFill/>
          <a:ln>
            <a:noFill/>
          </a:ln>
        </p:spPr>
      </p:pic>
    </p:spTree>
  </p:cSld>
  <p:clrMapOvr>
    <a:masterClrMapping/>
  </p:clrMapOvr>
</p:sld>
</file>

<file path=ppt/theme/theme1.xml><?xml version="1.0" encoding="utf-8"?>
<a:theme xmlns:a="http://schemas.openxmlformats.org/drawingml/2006/main" name="ערכת נושא Office">
  <a:themeElements>
    <a:clrScheme name="ערכת נושא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1585</Words>
  <Application>Microsoft Office PowerPoint</Application>
  <PresentationFormat>מותאם אישית</PresentationFormat>
  <Paragraphs>177</Paragraphs>
  <Slides>5</Slides>
  <Notes>5</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5</vt:i4>
      </vt:variant>
    </vt:vector>
  </HeadingPairs>
  <TitlesOfParts>
    <vt:vector size="10" baseType="lpstr">
      <vt:lpstr>Aharoni</vt:lpstr>
      <vt:lpstr>Arial</vt:lpstr>
      <vt:lpstr>Calibri</vt:lpstr>
      <vt:lpstr>Noto Sans Symbols</vt:lpstr>
      <vt:lpstr>ערכת נושא Office</vt:lpstr>
      <vt:lpstr>Summary of safety training and safety instructions for working on a construction site</vt:lpstr>
      <vt:lpstr>Summary of safety training and safety instructions for working on a construction site </vt:lpstr>
      <vt:lpstr>מצגת של PowerPoint‏</vt:lpstr>
      <vt:lpstr>Summary of safety training and safety instructions for working on a construction site </vt:lpstr>
      <vt:lpstr>Summary of safety training and safety instructions for working on a construction site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Mark Bazanov</dc:creator>
  <cp:lastModifiedBy>איתי ולדמן</cp:lastModifiedBy>
  <cp:revision>2</cp:revision>
  <dcterms:modified xsi:type="dcterms:W3CDTF">2026-04-10T10:13:22Z</dcterms:modified>
</cp:coreProperties>
</file>